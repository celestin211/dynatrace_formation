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9"/>
  </p:notesMasterIdLst>
  <p:handoutMasterIdLst>
    <p:handoutMasterId r:id="rId30"/>
  </p:handoutMasterIdLst>
  <p:sldIdLst>
    <p:sldId id="312" r:id="rId5"/>
    <p:sldId id="304" r:id="rId6"/>
    <p:sldId id="281" r:id="rId7"/>
    <p:sldId id="326" r:id="rId8"/>
    <p:sldId id="282" r:id="rId9"/>
    <p:sldId id="357" r:id="rId10"/>
    <p:sldId id="358" r:id="rId11"/>
    <p:sldId id="335" r:id="rId12"/>
    <p:sldId id="359" r:id="rId13"/>
    <p:sldId id="338" r:id="rId14"/>
    <p:sldId id="339" r:id="rId15"/>
    <p:sldId id="340" r:id="rId16"/>
    <p:sldId id="360" r:id="rId17"/>
    <p:sldId id="361" r:id="rId18"/>
    <p:sldId id="362" r:id="rId19"/>
    <p:sldId id="363" r:id="rId20"/>
    <p:sldId id="364" r:id="rId21"/>
    <p:sldId id="346" r:id="rId22"/>
    <p:sldId id="322" r:id="rId23"/>
    <p:sldId id="365" r:id="rId24"/>
    <p:sldId id="366" r:id="rId25"/>
    <p:sldId id="333" r:id="rId26"/>
    <p:sldId id="334" r:id="rId27"/>
    <p:sldId id="297" r:id="rId28"/>
  </p:sldIdLst>
  <p:sldSz cx="12192000" cy="6858000"/>
  <p:notesSz cx="13716000" cy="24384000"/>
  <p:defaultTextStyle>
    <a:defPPr rtl="0">
      <a:defRPr lang="fr-FR"/>
    </a:defPPr>
    <a:lvl1pPr marL="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D643"/>
    <a:srgbClr val="63308C"/>
    <a:srgbClr val="0077F3"/>
    <a:srgbClr val="D2D592"/>
    <a:srgbClr val="FDFAF6"/>
    <a:srgbClr val="BEC8BD"/>
    <a:srgbClr val="EF6E00"/>
    <a:srgbClr val="E36800"/>
    <a:srgbClr val="CCBE89"/>
    <a:srgbClr val="B9C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CF9C2-8D2F-4CDD-AE5C-AA5FFFFDD8C6}" v="363" dt="2026-05-06T00:28:23.133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102" d="100"/>
          <a:sy n="102" d="100"/>
        </p:scale>
        <p:origin x="870" y="10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92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a CHOYTUN" userId="a8cdc7919ccfdd04" providerId="LiveId" clId="{0EC77106-351B-4A08-909F-07418B4DDFE8}"/>
    <pc:docChg chg="undo custSel addSld delSld modSld sldOrd">
      <pc:chgData name="Sonia CHOYTUN" userId="a8cdc7919ccfdd04" providerId="LiveId" clId="{0EC77106-351B-4A08-909F-07418B4DDFE8}" dt="2026-05-06T00:29:25.685" v="1961" actId="14100"/>
      <pc:docMkLst>
        <pc:docMk/>
      </pc:docMkLst>
      <pc:sldChg chg="add del">
        <pc:chgData name="Sonia CHOYTUN" userId="a8cdc7919ccfdd04" providerId="LiveId" clId="{0EC77106-351B-4A08-909F-07418B4DDFE8}" dt="2026-05-05T12:12:11.478" v="464"/>
        <pc:sldMkLst>
          <pc:docMk/>
          <pc:sldMk cId="0" sldId="271"/>
        </pc:sldMkLst>
      </pc:sldChg>
      <pc:sldChg chg="delSp modSp mod ord modTransition addAnim delAnim modAnim">
        <pc:chgData name="Sonia CHOYTUN" userId="a8cdc7919ccfdd04" providerId="LiveId" clId="{0EC77106-351B-4A08-909F-07418B4DDFE8}" dt="2026-05-06T00:18:20.457" v="1885" actId="1076"/>
        <pc:sldMkLst>
          <pc:docMk/>
          <pc:sldMk cId="2952923800" sldId="281"/>
        </pc:sldMkLst>
        <pc:spChg chg="mod">
          <ac:chgData name="Sonia CHOYTUN" userId="a8cdc7919ccfdd04" providerId="LiveId" clId="{0EC77106-351B-4A08-909F-07418B4DDFE8}" dt="2026-05-05T11:14:41.888" v="396" actId="14100"/>
          <ac:spMkLst>
            <pc:docMk/>
            <pc:sldMk cId="2952923800" sldId="281"/>
            <ac:spMk id="2" creationId="{D53B219B-7E3A-7E84-6386-37313F0CFB09}"/>
          </ac:spMkLst>
        </pc:spChg>
        <pc:spChg chg="mod">
          <ac:chgData name="Sonia CHOYTUN" userId="a8cdc7919ccfdd04" providerId="LiveId" clId="{0EC77106-351B-4A08-909F-07418B4DDFE8}" dt="2026-05-05T23:16:21.851" v="1445" actId="255"/>
          <ac:spMkLst>
            <pc:docMk/>
            <pc:sldMk cId="2952923800" sldId="281"/>
            <ac:spMk id="3" creationId="{A2E339BF-E6D7-DD0E-AF02-6813852EE723}"/>
          </ac:spMkLst>
        </pc:spChg>
        <pc:spChg chg="del">
          <ac:chgData name="Sonia CHOYTUN" userId="a8cdc7919ccfdd04" providerId="LiveId" clId="{0EC77106-351B-4A08-909F-07418B4DDFE8}" dt="2026-05-06T00:18:08.479" v="1882" actId="21"/>
          <ac:spMkLst>
            <pc:docMk/>
            <pc:sldMk cId="2952923800" sldId="281"/>
            <ac:spMk id="4" creationId="{AA8CFF4E-E7AE-0FDD-20F7-E2C0E1CD575F}"/>
          </ac:spMkLst>
        </pc:spChg>
        <pc:picChg chg="mod">
          <ac:chgData name="Sonia CHOYTUN" userId="a8cdc7919ccfdd04" providerId="LiveId" clId="{0EC77106-351B-4A08-909F-07418B4DDFE8}" dt="2026-05-06T00:18:20.457" v="1885" actId="1076"/>
          <ac:picMkLst>
            <pc:docMk/>
            <pc:sldMk cId="2952923800" sldId="281"/>
            <ac:picMk id="9" creationId="{646A5E8D-0F35-9D4C-93E4-528389EDD4A1}"/>
          </ac:picMkLst>
        </pc:picChg>
      </pc:sldChg>
      <pc:sldChg chg="delSp modSp mod modTransition addAnim delAnim modAnim">
        <pc:chgData name="Sonia CHOYTUN" userId="a8cdc7919ccfdd04" providerId="LiveId" clId="{0EC77106-351B-4A08-909F-07418B4DDFE8}" dt="2026-05-06T00:06:20.976" v="1820"/>
        <pc:sldMkLst>
          <pc:docMk/>
          <pc:sldMk cId="685681062" sldId="282"/>
        </pc:sldMkLst>
        <pc:spChg chg="mod">
          <ac:chgData name="Sonia CHOYTUN" userId="a8cdc7919ccfdd04" providerId="LiveId" clId="{0EC77106-351B-4A08-909F-07418B4DDFE8}" dt="2026-05-05T23:56:16.066" v="1775" actId="208"/>
          <ac:spMkLst>
            <pc:docMk/>
            <pc:sldMk cId="685681062" sldId="282"/>
            <ac:spMk id="8" creationId="{6C6B4CB1-DA6E-F8A2-1432-CE6B6DE236B3}"/>
          </ac:spMkLst>
        </pc:spChg>
        <pc:spChg chg="del">
          <ac:chgData name="Sonia CHOYTUN" userId="a8cdc7919ccfdd04" providerId="LiveId" clId="{0EC77106-351B-4A08-909F-07418B4DDFE8}" dt="2026-05-05T21:17:55.261" v="657" actId="21"/>
          <ac:spMkLst>
            <pc:docMk/>
            <pc:sldMk cId="685681062" sldId="282"/>
            <ac:spMk id="23" creationId="{94FF72B7-0438-3641-5939-75128934B0DF}"/>
          </ac:spMkLst>
        </pc:spChg>
      </pc:sldChg>
      <pc:sldChg chg="addSp delSp modSp mod addAnim delAnim modAnim">
        <pc:chgData name="Sonia CHOYTUN" userId="a8cdc7919ccfdd04" providerId="LiveId" clId="{0EC77106-351B-4A08-909F-07418B4DDFE8}" dt="2026-05-06T00:29:25.685" v="1961" actId="14100"/>
        <pc:sldMkLst>
          <pc:docMk/>
          <pc:sldMk cId="1973173046" sldId="297"/>
        </pc:sldMkLst>
        <pc:spChg chg="mod">
          <ac:chgData name="Sonia CHOYTUN" userId="a8cdc7919ccfdd04" providerId="LiveId" clId="{0EC77106-351B-4A08-909F-07418B4DDFE8}" dt="2026-05-06T00:29:13.097" v="1958" actId="1076"/>
          <ac:spMkLst>
            <pc:docMk/>
            <pc:sldMk cId="1973173046" sldId="297"/>
            <ac:spMk id="2" creationId="{509D22C5-0C9E-B582-A8FE-B45E70A01E7F}"/>
          </ac:spMkLst>
        </pc:spChg>
        <pc:spChg chg="mod">
          <ac:chgData name="Sonia CHOYTUN" userId="a8cdc7919ccfdd04" providerId="LiveId" clId="{0EC77106-351B-4A08-909F-07418B4DDFE8}" dt="2026-05-05T21:24:42.232" v="724" actId="14100"/>
          <ac:spMkLst>
            <pc:docMk/>
            <pc:sldMk cId="1973173046" sldId="297"/>
            <ac:spMk id="3" creationId="{D8B5CEF2-E667-BBB5-2EA6-C06F93B6DE12}"/>
          </ac:spMkLst>
        </pc:spChg>
        <pc:spChg chg="add del mod">
          <ac:chgData name="Sonia CHOYTUN" userId="a8cdc7919ccfdd04" providerId="LiveId" clId="{0EC77106-351B-4A08-909F-07418B4DDFE8}" dt="2026-05-05T21:23:09.760" v="714" actId="22"/>
          <ac:spMkLst>
            <pc:docMk/>
            <pc:sldMk cId="1973173046" sldId="297"/>
            <ac:spMk id="7" creationId="{1B6514E9-2455-46ED-A45F-CE4D60A8358A}"/>
          </ac:spMkLst>
        </pc:spChg>
        <pc:spChg chg="add mod">
          <ac:chgData name="Sonia CHOYTUN" userId="a8cdc7919ccfdd04" providerId="LiveId" clId="{0EC77106-351B-4A08-909F-07418B4DDFE8}" dt="2026-05-05T21:21:30.456" v="695"/>
          <ac:spMkLst>
            <pc:docMk/>
            <pc:sldMk cId="1973173046" sldId="297"/>
            <ac:spMk id="8" creationId="{1B6514E9-2455-46ED-A45F-CE4D60A8358A}"/>
          </ac:spMkLst>
        </pc:spChg>
        <pc:spChg chg="del">
          <ac:chgData name="Sonia CHOYTUN" userId="a8cdc7919ccfdd04" providerId="LiveId" clId="{0EC77106-351B-4A08-909F-07418B4DDFE8}" dt="2026-05-05T21:18:53.114" v="671" actId="21"/>
          <ac:spMkLst>
            <pc:docMk/>
            <pc:sldMk cId="1973173046" sldId="297"/>
            <ac:spMk id="9" creationId="{3B7D6816-3DCF-6909-6622-5093BE72B00F}"/>
          </ac:spMkLst>
        </pc:spChg>
        <pc:spChg chg="add mod">
          <ac:chgData name="Sonia CHOYTUN" userId="a8cdc7919ccfdd04" providerId="LiveId" clId="{0EC77106-351B-4A08-909F-07418B4DDFE8}" dt="2026-05-05T21:24:37.040" v="723" actId="1076"/>
          <ac:spMkLst>
            <pc:docMk/>
            <pc:sldMk cId="1973173046" sldId="297"/>
            <ac:spMk id="11" creationId="{4E98035C-B86B-3F7E-331A-AA9FCC6DF7CB}"/>
          </ac:spMkLst>
        </pc:spChg>
        <pc:picChg chg="mod">
          <ac:chgData name="Sonia CHOYTUN" userId="a8cdc7919ccfdd04" providerId="LiveId" clId="{0EC77106-351B-4A08-909F-07418B4DDFE8}" dt="2026-05-06T00:29:22.572" v="1960" actId="1076"/>
          <ac:picMkLst>
            <pc:docMk/>
            <pc:sldMk cId="1973173046" sldId="297"/>
            <ac:picMk id="4" creationId="{D7047721-FDF1-8A15-429C-76120E3FB6DE}"/>
          </ac:picMkLst>
        </pc:picChg>
        <pc:picChg chg="mod">
          <ac:chgData name="Sonia CHOYTUN" userId="a8cdc7919ccfdd04" providerId="LiveId" clId="{0EC77106-351B-4A08-909F-07418B4DDFE8}" dt="2026-05-06T00:29:25.685" v="1961" actId="14100"/>
          <ac:picMkLst>
            <pc:docMk/>
            <pc:sldMk cId="1973173046" sldId="297"/>
            <ac:picMk id="6" creationId="{0136EDFB-07C4-FDCE-3651-CC21C2865295}"/>
          </ac:picMkLst>
        </pc:picChg>
        <pc:picChg chg="add del mod">
          <ac:chgData name="Sonia CHOYTUN" userId="a8cdc7919ccfdd04" providerId="LiveId" clId="{0EC77106-351B-4A08-909F-07418B4DDFE8}" dt="2026-05-06T00:28:37.099" v="1952" actId="21"/>
          <ac:picMkLst>
            <pc:docMk/>
            <pc:sldMk cId="1973173046" sldId="297"/>
            <ac:picMk id="12" creationId="{E60C1227-8DFF-4F04-1078-901F9FD20EB6}"/>
          </ac:picMkLst>
        </pc:picChg>
      </pc:sldChg>
      <pc:sldChg chg="addSp delSp modSp mod ord modTransition addAnim delAnim modAnim">
        <pc:chgData name="Sonia CHOYTUN" userId="a8cdc7919ccfdd04" providerId="LiveId" clId="{0EC77106-351B-4A08-909F-07418B4DDFE8}" dt="2026-05-05T23:58:45.906" v="1790"/>
        <pc:sldMkLst>
          <pc:docMk/>
          <pc:sldMk cId="3913219759" sldId="304"/>
        </pc:sldMkLst>
        <pc:spChg chg="mod">
          <ac:chgData name="Sonia CHOYTUN" userId="a8cdc7919ccfdd04" providerId="LiveId" clId="{0EC77106-351B-4A08-909F-07418B4DDFE8}" dt="2026-05-05T23:52:41.217" v="1765" actId="14100"/>
          <ac:spMkLst>
            <pc:docMk/>
            <pc:sldMk cId="3913219759" sldId="304"/>
            <ac:spMk id="2" creationId="{13021072-4A77-DB4D-DF41-58EADB7DA94E}"/>
          </ac:spMkLst>
        </pc:spChg>
        <pc:spChg chg="mod">
          <ac:chgData name="Sonia CHOYTUN" userId="a8cdc7919ccfdd04" providerId="LiveId" clId="{0EC77106-351B-4A08-909F-07418B4DDFE8}" dt="2026-05-05T10:58:46.704" v="337" actId="27636"/>
          <ac:spMkLst>
            <pc:docMk/>
            <pc:sldMk cId="3913219759" sldId="304"/>
            <ac:spMk id="3" creationId="{D4D22962-3C7F-E480-5C35-7F4860A098E1}"/>
          </ac:spMkLst>
        </pc:spChg>
        <pc:spChg chg="del">
          <ac:chgData name="Sonia CHOYTUN" userId="a8cdc7919ccfdd04" providerId="LiveId" clId="{0EC77106-351B-4A08-909F-07418B4DDFE8}" dt="2026-05-05T21:17:44.211" v="656" actId="21"/>
          <ac:spMkLst>
            <pc:docMk/>
            <pc:sldMk cId="3913219759" sldId="304"/>
            <ac:spMk id="4" creationId="{18D5CFA2-4E67-F157-5FFD-A246307D41F7}"/>
          </ac:spMkLst>
        </pc:spChg>
        <pc:spChg chg="add del mod">
          <ac:chgData name="Sonia CHOYTUN" userId="a8cdc7919ccfdd04" providerId="LiveId" clId="{0EC77106-351B-4A08-909F-07418B4DDFE8}" dt="2026-05-05T23:27:57.706" v="1524" actId="208"/>
          <ac:spMkLst>
            <pc:docMk/>
            <pc:sldMk cId="3913219759" sldId="304"/>
            <ac:spMk id="8" creationId="{EE8C6488-1A0F-E084-2B0E-44992DE88175}"/>
          </ac:spMkLst>
        </pc:spChg>
        <pc:picChg chg="mod">
          <ac:chgData name="Sonia CHOYTUN" userId="a8cdc7919ccfdd04" providerId="LiveId" clId="{0EC77106-351B-4A08-909F-07418B4DDFE8}" dt="2026-05-03T23:35:22.536" v="144" actId="1076"/>
          <ac:picMkLst>
            <pc:docMk/>
            <pc:sldMk cId="3913219759" sldId="304"/>
            <ac:picMk id="5" creationId="{100C8A88-1E08-8B91-DDE7-A88C46940B4D}"/>
          </ac:picMkLst>
        </pc:picChg>
        <pc:picChg chg="del">
          <ac:chgData name="Sonia CHOYTUN" userId="a8cdc7919ccfdd04" providerId="LiveId" clId="{0EC77106-351B-4A08-909F-07418B4DDFE8}" dt="2026-05-05T12:18:31.546" v="600" actId="21"/>
          <ac:picMkLst>
            <pc:docMk/>
            <pc:sldMk cId="3913219759" sldId="304"/>
            <ac:picMk id="7" creationId="{AD4E411D-21A0-D2AA-E271-EB6A213F5D6B}"/>
          </ac:picMkLst>
        </pc:picChg>
      </pc:sldChg>
      <pc:sldChg chg="addSp delSp modSp mod addAnim delAnim modAnim">
        <pc:chgData name="Sonia CHOYTUN" userId="a8cdc7919ccfdd04" providerId="LiveId" clId="{0EC77106-351B-4A08-909F-07418B4DDFE8}" dt="2026-05-05T21:09:48.847" v="606" actId="1076"/>
        <pc:sldMkLst>
          <pc:docMk/>
          <pc:sldMk cId="2202437675" sldId="312"/>
        </pc:sldMkLst>
        <pc:spChg chg="mod">
          <ac:chgData name="Sonia CHOYTUN" userId="a8cdc7919ccfdd04" providerId="LiveId" clId="{0EC77106-351B-4A08-909F-07418B4DDFE8}" dt="2026-05-05T21:09:48.847" v="606" actId="1076"/>
          <ac:spMkLst>
            <pc:docMk/>
            <pc:sldMk cId="2202437675" sldId="312"/>
            <ac:spMk id="2" creationId="{4207FF65-A536-F639-8591-ED024C223308}"/>
          </ac:spMkLst>
        </pc:spChg>
        <pc:spChg chg="add del mod">
          <ac:chgData name="Sonia CHOYTUN" userId="a8cdc7919ccfdd04" providerId="LiveId" clId="{0EC77106-351B-4A08-909F-07418B4DDFE8}" dt="2026-05-05T21:09:45.847" v="605" actId="21"/>
          <ac:spMkLst>
            <pc:docMk/>
            <pc:sldMk cId="2202437675" sldId="312"/>
            <ac:spMk id="3" creationId="{7D57B8AD-60A5-088C-D8F9-77AB6978B0C2}"/>
          </ac:spMkLst>
        </pc:spChg>
      </pc:sldChg>
      <pc:sldChg chg="delSp modSp del mod addAnim delAnim modAnim">
        <pc:chgData name="Sonia CHOYTUN" userId="a8cdc7919ccfdd04" providerId="LiveId" clId="{0EC77106-351B-4A08-909F-07418B4DDFE8}" dt="2026-05-05T22:36:38.604" v="1231" actId="2696"/>
        <pc:sldMkLst>
          <pc:docMk/>
          <pc:sldMk cId="1131718056" sldId="314"/>
        </pc:sldMkLst>
        <pc:spChg chg="del">
          <ac:chgData name="Sonia CHOYTUN" userId="a8cdc7919ccfdd04" providerId="LiveId" clId="{0EC77106-351B-4A08-909F-07418B4DDFE8}" dt="2026-05-05T21:18:00.146" v="659" actId="21"/>
          <ac:spMkLst>
            <pc:docMk/>
            <pc:sldMk cId="1131718056" sldId="314"/>
            <ac:spMk id="3" creationId="{370AEC4F-E711-8552-9C34-82C1514A1E37}"/>
          </ac:spMkLst>
        </pc:spChg>
        <pc:spChg chg="mod">
          <ac:chgData name="Sonia CHOYTUN" userId="a8cdc7919ccfdd04" providerId="LiveId" clId="{0EC77106-351B-4A08-909F-07418B4DDFE8}" dt="2026-05-05T21:12:49.027" v="623" actId="20577"/>
          <ac:spMkLst>
            <pc:docMk/>
            <pc:sldMk cId="1131718056" sldId="314"/>
            <ac:spMk id="4" creationId="{BDDD6BDC-E008-6AB7-55A1-46ED9BCF054F}"/>
          </ac:spMkLst>
        </pc:spChg>
        <pc:spChg chg="mod">
          <ac:chgData name="Sonia CHOYTUN" userId="a8cdc7919ccfdd04" providerId="LiveId" clId="{0EC77106-351B-4A08-909F-07418B4DDFE8}" dt="2026-05-05T21:18:03.291" v="660" actId="1076"/>
          <ac:spMkLst>
            <pc:docMk/>
            <pc:sldMk cId="1131718056" sldId="314"/>
            <ac:spMk id="6" creationId="{562C497E-C7CA-2158-547E-9059459F21D7}"/>
          </ac:spMkLst>
        </pc:spChg>
        <pc:picChg chg="del mod">
          <ac:chgData name="Sonia CHOYTUN" userId="a8cdc7919ccfdd04" providerId="LiveId" clId="{0EC77106-351B-4A08-909F-07418B4DDFE8}" dt="2026-05-05T12:06:01.683" v="447" actId="21"/>
          <ac:picMkLst>
            <pc:docMk/>
            <pc:sldMk cId="1131718056" sldId="314"/>
            <ac:picMk id="8" creationId="{787D91BC-C8FF-CBB2-C573-DE4A2C338ACA}"/>
          </ac:picMkLst>
        </pc:picChg>
      </pc:sldChg>
      <pc:sldChg chg="addSp delSp modSp del mod addAnim delAnim modAnim">
        <pc:chgData name="Sonia CHOYTUN" userId="a8cdc7919ccfdd04" providerId="LiveId" clId="{0EC77106-351B-4A08-909F-07418B4DDFE8}" dt="2026-05-05T23:46:10.734" v="1688" actId="2696"/>
        <pc:sldMkLst>
          <pc:docMk/>
          <pc:sldMk cId="2468595790" sldId="315"/>
        </pc:sldMkLst>
        <pc:spChg chg="mod">
          <ac:chgData name="Sonia CHOYTUN" userId="a8cdc7919ccfdd04" providerId="LiveId" clId="{0EC77106-351B-4A08-909F-07418B4DDFE8}" dt="2026-05-05T23:17:09.076" v="1451" actId="1076"/>
          <ac:spMkLst>
            <pc:docMk/>
            <pc:sldMk cId="2468595790" sldId="315"/>
            <ac:spMk id="2" creationId="{B28A34A6-22BC-27A4-2C79-EE98A4943B14}"/>
          </ac:spMkLst>
        </pc:spChg>
        <pc:spChg chg="add del">
          <ac:chgData name="Sonia CHOYTUN" userId="a8cdc7919ccfdd04" providerId="LiveId" clId="{0EC77106-351B-4A08-909F-07418B4DDFE8}" dt="2026-05-05T21:34:50.192" v="774" actId="21"/>
          <ac:spMkLst>
            <pc:docMk/>
            <pc:sldMk cId="2468595790" sldId="315"/>
            <ac:spMk id="3" creationId="{7267C004-8B72-C872-98FB-00A2A584D055}"/>
          </ac:spMkLst>
        </pc:spChg>
        <pc:spChg chg="mod">
          <ac:chgData name="Sonia CHOYTUN" userId="a8cdc7919ccfdd04" providerId="LiveId" clId="{0EC77106-351B-4A08-909F-07418B4DDFE8}" dt="2026-05-05T23:29:45.870" v="1543" actId="208"/>
          <ac:spMkLst>
            <pc:docMk/>
            <pc:sldMk cId="2468595790" sldId="315"/>
            <ac:spMk id="7" creationId="{B8122659-A95F-BE24-4F6D-1CE96E992D14}"/>
          </ac:spMkLst>
        </pc:spChg>
        <pc:spChg chg="del mod">
          <ac:chgData name="Sonia CHOYTUN" userId="a8cdc7919ccfdd04" providerId="LiveId" clId="{0EC77106-351B-4A08-909F-07418B4DDFE8}" dt="2026-05-05T21:38:16.341" v="813" actId="21"/>
          <ac:spMkLst>
            <pc:docMk/>
            <pc:sldMk cId="2468595790" sldId="315"/>
            <ac:spMk id="8" creationId="{677A0FAD-3B0E-2959-1FBA-D6E20B931D32}"/>
          </ac:spMkLst>
        </pc:spChg>
        <pc:spChg chg="add del mod ord">
          <ac:chgData name="Sonia CHOYTUN" userId="a8cdc7919ccfdd04" providerId="LiveId" clId="{0EC77106-351B-4A08-909F-07418B4DDFE8}" dt="2026-05-05T21:37:22.875" v="800" actId="113"/>
          <ac:spMkLst>
            <pc:docMk/>
            <pc:sldMk cId="2468595790" sldId="315"/>
            <ac:spMk id="10" creationId="{7EE06A33-D58D-55FA-89BE-0D747A82E040}"/>
          </ac:spMkLst>
        </pc:spChg>
        <pc:spChg chg="add del mod">
          <ac:chgData name="Sonia CHOYTUN" userId="a8cdc7919ccfdd04" providerId="LiveId" clId="{0EC77106-351B-4A08-909F-07418B4DDFE8}" dt="2026-05-05T21:34:34.533" v="769" actId="21"/>
          <ac:spMkLst>
            <pc:docMk/>
            <pc:sldMk cId="2468595790" sldId="315"/>
            <ac:spMk id="11" creationId="{C2DC9E47-59D7-6D30-D450-F783D88284EF}"/>
          </ac:spMkLst>
        </pc:spChg>
        <pc:spChg chg="mod">
          <ac:chgData name="Sonia CHOYTUN" userId="a8cdc7919ccfdd04" providerId="LiveId" clId="{0EC77106-351B-4A08-909F-07418B4DDFE8}" dt="2026-05-05T23:17:11.239" v="1452" actId="255"/>
          <ac:spMkLst>
            <pc:docMk/>
            <pc:sldMk cId="2468595790" sldId="315"/>
            <ac:spMk id="16" creationId="{AEF9954A-E263-8A7E-58B1-4D03F7D1BD9B}"/>
          </ac:spMkLst>
        </pc:spChg>
        <pc:picChg chg="add del mod">
          <ac:chgData name="Sonia CHOYTUN" userId="a8cdc7919ccfdd04" providerId="LiveId" clId="{0EC77106-351B-4A08-909F-07418B4DDFE8}" dt="2026-05-05T21:31:50.362" v="748" actId="21"/>
          <ac:picMkLst>
            <pc:docMk/>
            <pc:sldMk cId="2468595790" sldId="315"/>
            <ac:picMk id="4" creationId="{EE461D66-C6CA-152C-F23E-1FC4B30C6723}"/>
          </ac:picMkLst>
        </pc:picChg>
        <pc:picChg chg="mod">
          <ac:chgData name="Sonia CHOYTUN" userId="a8cdc7919ccfdd04" providerId="LiveId" clId="{0EC77106-351B-4A08-909F-07418B4DDFE8}" dt="2026-05-05T23:17:45.753" v="1459" actId="1076"/>
          <ac:picMkLst>
            <pc:docMk/>
            <pc:sldMk cId="2468595790" sldId="315"/>
            <ac:picMk id="5" creationId="{4C4D8E6C-4796-82F7-A5D2-36495007FBFE}"/>
          </ac:picMkLst>
        </pc:picChg>
        <pc:picChg chg="del mod">
          <ac:chgData name="Sonia CHOYTUN" userId="a8cdc7919ccfdd04" providerId="LiveId" clId="{0EC77106-351B-4A08-909F-07418B4DDFE8}" dt="2026-05-05T09:54:13.599" v="186" actId="21"/>
          <ac:picMkLst>
            <pc:docMk/>
            <pc:sldMk cId="2468595790" sldId="315"/>
            <ac:picMk id="9" creationId="{61966F0B-E2BE-3FC0-3C0C-901027359EF1}"/>
          </ac:picMkLst>
        </pc:picChg>
        <pc:picChg chg="del">
          <ac:chgData name="Sonia CHOYTUN" userId="a8cdc7919ccfdd04" providerId="LiveId" clId="{0EC77106-351B-4A08-909F-07418B4DDFE8}" dt="2026-05-05T21:31:54.744" v="750" actId="21"/>
          <ac:picMkLst>
            <pc:docMk/>
            <pc:sldMk cId="2468595790" sldId="315"/>
            <ac:picMk id="9" creationId="{7F689AB3-6995-5D2B-532E-12880C6430B2}"/>
          </ac:picMkLst>
        </pc:picChg>
        <pc:picChg chg="mod">
          <ac:chgData name="Sonia CHOYTUN" userId="a8cdc7919ccfdd04" providerId="LiveId" clId="{0EC77106-351B-4A08-909F-07418B4DDFE8}" dt="2026-05-05T21:37:26.998" v="802" actId="1076"/>
          <ac:picMkLst>
            <pc:docMk/>
            <pc:sldMk cId="2468595790" sldId="315"/>
            <ac:picMk id="12" creationId="{3CE9A4CB-5A5C-B71C-FC2E-ADF2FA09ADA1}"/>
          </ac:picMkLst>
        </pc:picChg>
      </pc:sldChg>
      <pc:sldChg chg="del addAnim delAnim modAnim">
        <pc:chgData name="Sonia CHOYTUN" userId="a8cdc7919ccfdd04" providerId="LiveId" clId="{0EC77106-351B-4A08-909F-07418B4DDFE8}" dt="2026-05-05T22:28:49.628" v="1150" actId="2696"/>
        <pc:sldMkLst>
          <pc:docMk/>
          <pc:sldMk cId="4072101725" sldId="318"/>
        </pc:sldMkLst>
      </pc:sldChg>
      <pc:sldChg chg="delSp del mod addAnim delAnim modAnim">
        <pc:chgData name="Sonia CHOYTUN" userId="a8cdc7919ccfdd04" providerId="LiveId" clId="{0EC77106-351B-4A08-909F-07418B4DDFE8}" dt="2026-05-05T22:25:07.446" v="1129" actId="2696"/>
        <pc:sldMkLst>
          <pc:docMk/>
          <pc:sldMk cId="3969996159" sldId="319"/>
        </pc:sldMkLst>
        <pc:spChg chg="del">
          <ac:chgData name="Sonia CHOYTUN" userId="a8cdc7919ccfdd04" providerId="LiveId" clId="{0EC77106-351B-4A08-909F-07418B4DDFE8}" dt="2026-05-05T21:18:20.596" v="663" actId="21"/>
          <ac:spMkLst>
            <pc:docMk/>
            <pc:sldMk cId="3969996159" sldId="319"/>
            <ac:spMk id="2" creationId="{A913EEC9-16E3-6C86-97D0-A7EC7EA09CDA}"/>
          </ac:spMkLst>
        </pc:spChg>
      </pc:sldChg>
      <pc:sldChg chg="delSp mod modTransition addAnim delAnim modAnim">
        <pc:chgData name="Sonia CHOYTUN" userId="a8cdc7919ccfdd04" providerId="LiveId" clId="{0EC77106-351B-4A08-909F-07418B4DDFE8}" dt="2026-05-06T00:11:39.148" v="1850"/>
        <pc:sldMkLst>
          <pc:docMk/>
          <pc:sldMk cId="1686213229" sldId="322"/>
        </pc:sldMkLst>
        <pc:spChg chg="del">
          <ac:chgData name="Sonia CHOYTUN" userId="a8cdc7919ccfdd04" providerId="LiveId" clId="{0EC77106-351B-4A08-909F-07418B4DDFE8}" dt="2026-05-05T21:18:28.642" v="665" actId="21"/>
          <ac:spMkLst>
            <pc:docMk/>
            <pc:sldMk cId="1686213229" sldId="322"/>
            <ac:spMk id="3" creationId="{AC21286A-7B29-3B58-1636-0F45723890AB}"/>
          </ac:spMkLst>
        </pc:spChg>
      </pc:sldChg>
      <pc:sldChg chg="del addAnim delAnim modAnim">
        <pc:chgData name="Sonia CHOYTUN" userId="a8cdc7919ccfdd04" providerId="LiveId" clId="{0EC77106-351B-4A08-909F-07418B4DDFE8}" dt="2026-05-05T22:03:56.783" v="1041" actId="2696"/>
        <pc:sldMkLst>
          <pc:docMk/>
          <pc:sldMk cId="4294542829" sldId="324"/>
        </pc:sldMkLst>
      </pc:sldChg>
      <pc:sldChg chg="delSp modSp add del mod addAnim delAnim modAnim">
        <pc:chgData name="Sonia CHOYTUN" userId="a8cdc7919ccfdd04" providerId="LiveId" clId="{0EC77106-351B-4A08-909F-07418B4DDFE8}" dt="2026-05-05T22:25:34.631" v="1134" actId="2696"/>
        <pc:sldMkLst>
          <pc:docMk/>
          <pc:sldMk cId="3311499866" sldId="325"/>
        </pc:sldMkLst>
        <pc:spChg chg="del">
          <ac:chgData name="Sonia CHOYTUN" userId="a8cdc7919ccfdd04" providerId="LiveId" clId="{0EC77106-351B-4A08-909F-07418B4DDFE8}" dt="2026-05-05T21:18:15.874" v="662" actId="21"/>
          <ac:spMkLst>
            <pc:docMk/>
            <pc:sldMk cId="3311499866" sldId="325"/>
            <ac:spMk id="4" creationId="{D520CB89-3D5A-3EEE-446E-9AF250972C15}"/>
          </ac:spMkLst>
        </pc:spChg>
      </pc:sldChg>
      <pc:sldChg chg="addSp delSp modSp mod modTransition addAnim delAnim modAnim">
        <pc:chgData name="Sonia CHOYTUN" userId="a8cdc7919ccfdd04" providerId="LiveId" clId="{0EC77106-351B-4A08-909F-07418B4DDFE8}" dt="2026-05-06T00:18:35.396" v="1890" actId="1076"/>
        <pc:sldMkLst>
          <pc:docMk/>
          <pc:sldMk cId="4198525211" sldId="326"/>
        </pc:sldMkLst>
        <pc:spChg chg="mod">
          <ac:chgData name="Sonia CHOYTUN" userId="a8cdc7919ccfdd04" providerId="LiveId" clId="{0EC77106-351B-4A08-909F-07418B4DDFE8}" dt="2026-05-05T23:52:34.446" v="1764" actId="14100"/>
          <ac:spMkLst>
            <pc:docMk/>
            <pc:sldMk cId="4198525211" sldId="326"/>
            <ac:spMk id="2" creationId="{133AFDC8-3047-CACB-35A6-5D7A4DCFE55B}"/>
          </ac:spMkLst>
        </pc:spChg>
        <pc:spChg chg="mod">
          <ac:chgData name="Sonia CHOYTUN" userId="a8cdc7919ccfdd04" providerId="LiveId" clId="{0EC77106-351B-4A08-909F-07418B4DDFE8}" dt="2026-05-05T21:11:36.096" v="618" actId="14100"/>
          <ac:spMkLst>
            <pc:docMk/>
            <pc:sldMk cId="4198525211" sldId="326"/>
            <ac:spMk id="3" creationId="{8F194EB8-9590-6DF2-EB62-836335CC2650}"/>
          </ac:spMkLst>
        </pc:spChg>
        <pc:spChg chg="add mod">
          <ac:chgData name="Sonia CHOYTUN" userId="a8cdc7919ccfdd04" providerId="LiveId" clId="{0EC77106-351B-4A08-909F-07418B4DDFE8}" dt="2026-05-05T23:44:47.419" v="1674" actId="1076"/>
          <ac:spMkLst>
            <pc:docMk/>
            <pc:sldMk cId="4198525211" sldId="326"/>
            <ac:spMk id="5" creationId="{0D0E704E-82E5-C6F8-FF9C-09958B47655E}"/>
          </ac:spMkLst>
        </pc:spChg>
        <pc:spChg chg="del mod">
          <ac:chgData name="Sonia CHOYTUN" userId="a8cdc7919ccfdd04" providerId="LiveId" clId="{0EC77106-351B-4A08-909F-07418B4DDFE8}" dt="2026-05-05T23:44:32.699" v="1671" actId="478"/>
          <ac:spMkLst>
            <pc:docMk/>
            <pc:sldMk cId="4198525211" sldId="326"/>
            <ac:spMk id="15" creationId="{88055F06-40A9-59A9-B1CA-072214571538}"/>
          </ac:spMkLst>
        </pc:spChg>
        <pc:spChg chg="add del">
          <ac:chgData name="Sonia CHOYTUN" userId="a8cdc7919ccfdd04" providerId="LiveId" clId="{0EC77106-351B-4A08-909F-07418B4DDFE8}" dt="2026-05-06T00:18:32.856" v="1889" actId="21"/>
          <ac:spMkLst>
            <pc:docMk/>
            <pc:sldMk cId="4198525211" sldId="326"/>
            <ac:spMk id="16" creationId="{05609C50-2B7C-D6A4-5971-71E6C348B8B5}"/>
          </ac:spMkLst>
        </pc:spChg>
        <pc:picChg chg="add del mod">
          <ac:chgData name="Sonia CHOYTUN" userId="a8cdc7919ccfdd04" providerId="LiveId" clId="{0EC77106-351B-4A08-909F-07418B4DDFE8}" dt="2026-05-06T00:18:35.396" v="1890" actId="1076"/>
          <ac:picMkLst>
            <pc:docMk/>
            <pc:sldMk cId="4198525211" sldId="326"/>
            <ac:picMk id="4" creationId="{633FAA21-6561-798B-4CFB-B5CD23694E95}"/>
          </ac:picMkLst>
        </pc:picChg>
      </pc:sldChg>
      <pc:sldChg chg="del addAnim delAnim modAnim">
        <pc:chgData name="Sonia CHOYTUN" userId="a8cdc7919ccfdd04" providerId="LiveId" clId="{0EC77106-351B-4A08-909F-07418B4DDFE8}" dt="2026-05-05T21:42:25.805" v="852" actId="2696"/>
        <pc:sldMkLst>
          <pc:docMk/>
          <pc:sldMk cId="3565839155" sldId="327"/>
        </pc:sldMkLst>
      </pc:sldChg>
      <pc:sldChg chg="add del">
        <pc:chgData name="Sonia CHOYTUN" userId="a8cdc7919ccfdd04" providerId="LiveId" clId="{0EC77106-351B-4A08-909F-07418B4DDFE8}" dt="2026-05-05T22:25:29.163" v="1133" actId="2696"/>
        <pc:sldMkLst>
          <pc:docMk/>
          <pc:sldMk cId="4205255653" sldId="327"/>
        </pc:sldMkLst>
      </pc:sldChg>
      <pc:sldChg chg="delSp del mod addAnim delAnim modAnim">
        <pc:chgData name="Sonia CHOYTUN" userId="a8cdc7919ccfdd04" providerId="LiveId" clId="{0EC77106-351B-4A08-909F-07418B4DDFE8}" dt="2026-05-05T22:25:14.113" v="1130" actId="2696"/>
        <pc:sldMkLst>
          <pc:docMk/>
          <pc:sldMk cId="1259305631" sldId="328"/>
        </pc:sldMkLst>
        <pc:spChg chg="del">
          <ac:chgData name="Sonia CHOYTUN" userId="a8cdc7919ccfdd04" providerId="LiveId" clId="{0EC77106-351B-4A08-909F-07418B4DDFE8}" dt="2026-05-05T21:18:24.730" v="664" actId="21"/>
          <ac:spMkLst>
            <pc:docMk/>
            <pc:sldMk cId="1259305631" sldId="328"/>
            <ac:spMk id="4" creationId="{54E8BF28-9280-C40A-3E53-ED43B130F503}"/>
          </ac:spMkLst>
        </pc:spChg>
      </pc:sldChg>
      <pc:sldChg chg="delSp modSp del mod addAnim delAnim modAnim">
        <pc:chgData name="Sonia CHOYTUN" userId="a8cdc7919ccfdd04" providerId="LiveId" clId="{0EC77106-351B-4A08-909F-07418B4DDFE8}" dt="2026-05-05T23:50:29.106" v="1733" actId="2696"/>
        <pc:sldMkLst>
          <pc:docMk/>
          <pc:sldMk cId="3761715983" sldId="330"/>
        </pc:sldMkLst>
        <pc:spChg chg="del">
          <ac:chgData name="Sonia CHOYTUN" userId="a8cdc7919ccfdd04" providerId="LiveId" clId="{0EC77106-351B-4A08-909F-07418B4DDFE8}" dt="2026-05-05T21:18:33.016" v="666" actId="21"/>
          <ac:spMkLst>
            <pc:docMk/>
            <pc:sldMk cId="3761715983" sldId="330"/>
            <ac:spMk id="4" creationId="{42FA9AF1-26E1-3C67-A815-9E39451A50FF}"/>
          </ac:spMkLst>
        </pc:spChg>
        <pc:spChg chg="del">
          <ac:chgData name="Sonia CHOYTUN" userId="a8cdc7919ccfdd04" providerId="LiveId" clId="{0EC77106-351B-4A08-909F-07418B4DDFE8}" dt="2026-05-05T23:47:07.336" v="1691" actId="21"/>
          <ac:spMkLst>
            <pc:docMk/>
            <pc:sldMk cId="3761715983" sldId="330"/>
            <ac:spMk id="6" creationId="{B99464AE-88D9-D4D8-7F31-E1D5AA4E453B}"/>
          </ac:spMkLst>
        </pc:spChg>
        <pc:spChg chg="del">
          <ac:chgData name="Sonia CHOYTUN" userId="a8cdc7919ccfdd04" providerId="LiveId" clId="{0EC77106-351B-4A08-909F-07418B4DDFE8}" dt="2026-05-05T23:47:03.880" v="1690" actId="21"/>
          <ac:spMkLst>
            <pc:docMk/>
            <pc:sldMk cId="3761715983" sldId="330"/>
            <ac:spMk id="25" creationId="{E43A2311-3316-0366-78E0-31FCB6AB6ACD}"/>
          </ac:spMkLst>
        </pc:spChg>
        <pc:picChg chg="mod">
          <ac:chgData name="Sonia CHOYTUN" userId="a8cdc7919ccfdd04" providerId="LiveId" clId="{0EC77106-351B-4A08-909F-07418B4DDFE8}" dt="2026-05-05T23:47:21.012" v="1695" actId="1076"/>
          <ac:picMkLst>
            <pc:docMk/>
            <pc:sldMk cId="3761715983" sldId="330"/>
            <ac:picMk id="7" creationId="{BEEC27FD-F863-901D-2F8E-C2DEEE4D5EF0}"/>
          </ac:picMkLst>
        </pc:picChg>
      </pc:sldChg>
      <pc:sldChg chg="delSp modSp del mod addAnim delAnim modAnim">
        <pc:chgData name="Sonia CHOYTUN" userId="a8cdc7919ccfdd04" providerId="LiveId" clId="{0EC77106-351B-4A08-909F-07418B4DDFE8}" dt="2026-05-05T22:25:54.961" v="1135" actId="2696"/>
        <pc:sldMkLst>
          <pc:docMk/>
          <pc:sldMk cId="4132076164" sldId="331"/>
        </pc:sldMkLst>
        <pc:spChg chg="del">
          <ac:chgData name="Sonia CHOYTUN" userId="a8cdc7919ccfdd04" providerId="LiveId" clId="{0EC77106-351B-4A08-909F-07418B4DDFE8}" dt="2026-05-05T21:18:36.596" v="667" actId="21"/>
          <ac:spMkLst>
            <pc:docMk/>
            <pc:sldMk cId="4132076164" sldId="331"/>
            <ac:spMk id="4" creationId="{0AC3A96F-8208-E775-1B25-09890B2D33B1}"/>
          </ac:spMkLst>
        </pc:spChg>
      </pc:sldChg>
      <pc:sldChg chg="addSp delSp modSp del mod addAnim delAnim modAnim">
        <pc:chgData name="Sonia CHOYTUN" userId="a8cdc7919ccfdd04" providerId="LiveId" clId="{0EC77106-351B-4A08-909F-07418B4DDFE8}" dt="2026-05-05T23:49:44.803" v="1728" actId="2696"/>
        <pc:sldMkLst>
          <pc:docMk/>
          <pc:sldMk cId="1522590345" sldId="332"/>
        </pc:sldMkLst>
        <pc:spChg chg="del">
          <ac:chgData name="Sonia CHOYTUN" userId="a8cdc7919ccfdd04" providerId="LiveId" clId="{0EC77106-351B-4A08-909F-07418B4DDFE8}" dt="2026-05-05T21:18:41.082" v="668" actId="21"/>
          <ac:spMkLst>
            <pc:docMk/>
            <pc:sldMk cId="1522590345" sldId="332"/>
            <ac:spMk id="4" creationId="{A1E7A91E-D867-00E1-D217-8E2377D504DC}"/>
          </ac:spMkLst>
        </pc:spChg>
        <pc:spChg chg="add mod">
          <ac:chgData name="Sonia CHOYTUN" userId="a8cdc7919ccfdd04" providerId="LiveId" clId="{0EC77106-351B-4A08-909F-07418B4DDFE8}" dt="2026-05-05T23:27:37.060" v="1521" actId="14100"/>
          <ac:spMkLst>
            <pc:docMk/>
            <pc:sldMk cId="1522590345" sldId="332"/>
            <ac:spMk id="5" creationId="{0B97927E-F705-2230-3FB1-F40EABAB751E}"/>
          </ac:spMkLst>
        </pc:spChg>
        <pc:spChg chg="add del mod">
          <ac:chgData name="Sonia CHOYTUN" userId="a8cdc7919ccfdd04" providerId="LiveId" clId="{0EC77106-351B-4A08-909F-07418B4DDFE8}" dt="2026-05-05T23:26:59.526" v="1514" actId="21"/>
          <ac:spMkLst>
            <pc:docMk/>
            <pc:sldMk cId="1522590345" sldId="332"/>
            <ac:spMk id="25" creationId="{BEF1EE09-F87D-8F93-8D3A-039DC45394F2}"/>
          </ac:spMkLst>
        </pc:spChg>
        <pc:picChg chg="add del mod">
          <ac:chgData name="Sonia CHOYTUN" userId="a8cdc7919ccfdd04" providerId="LiveId" clId="{0EC77106-351B-4A08-909F-07418B4DDFE8}" dt="2026-05-05T23:26:54.266" v="1513" actId="1076"/>
          <ac:picMkLst>
            <pc:docMk/>
            <pc:sldMk cId="1522590345" sldId="332"/>
            <ac:picMk id="12" creationId="{5A563166-537E-915C-6F20-93E29024B5AA}"/>
          </ac:picMkLst>
        </pc:picChg>
      </pc:sldChg>
      <pc:sldChg chg="addSp delSp modSp mod modTransition addAnim delAnim modAnim">
        <pc:chgData name="Sonia CHOYTUN" userId="a8cdc7919ccfdd04" providerId="LiveId" clId="{0EC77106-351B-4A08-909F-07418B4DDFE8}" dt="2026-05-06T00:11:54.436" v="1853"/>
        <pc:sldMkLst>
          <pc:docMk/>
          <pc:sldMk cId="2928782665" sldId="333"/>
        </pc:sldMkLst>
        <pc:spChg chg="mod">
          <ac:chgData name="Sonia CHOYTUN" userId="a8cdc7919ccfdd04" providerId="LiveId" clId="{0EC77106-351B-4A08-909F-07418B4DDFE8}" dt="2026-05-05T23:51:13.508" v="1754" actId="1076"/>
          <ac:spMkLst>
            <pc:docMk/>
            <pc:sldMk cId="2928782665" sldId="333"/>
            <ac:spMk id="3" creationId="{5D3CAEF7-2E6F-8E92-1135-435DE0792A70}"/>
          </ac:spMkLst>
        </pc:spChg>
        <pc:spChg chg="del">
          <ac:chgData name="Sonia CHOYTUN" userId="a8cdc7919ccfdd04" providerId="LiveId" clId="{0EC77106-351B-4A08-909F-07418B4DDFE8}" dt="2026-05-05T21:18:44.895" v="669" actId="21"/>
          <ac:spMkLst>
            <pc:docMk/>
            <pc:sldMk cId="2928782665" sldId="333"/>
            <ac:spMk id="4" creationId="{944872A4-2436-0F80-B090-D99F46B183C9}"/>
          </ac:spMkLst>
        </pc:spChg>
        <pc:spChg chg="del mod">
          <ac:chgData name="Sonia CHOYTUN" userId="a8cdc7919ccfdd04" providerId="LiveId" clId="{0EC77106-351B-4A08-909F-07418B4DDFE8}" dt="2026-05-05T23:27:11.520" v="1515" actId="21"/>
          <ac:spMkLst>
            <pc:docMk/>
            <pc:sldMk cId="2928782665" sldId="333"/>
            <ac:spMk id="25" creationId="{76B5F34F-B6EF-876C-E1AE-008AC694AEFC}"/>
          </ac:spMkLst>
        </pc:spChg>
        <pc:picChg chg="add mod">
          <ac:chgData name="Sonia CHOYTUN" userId="a8cdc7919ccfdd04" providerId="LiveId" clId="{0EC77106-351B-4A08-909F-07418B4DDFE8}" dt="2026-05-05T23:53:28.669" v="1766" actId="14100"/>
          <ac:picMkLst>
            <pc:docMk/>
            <pc:sldMk cId="2928782665" sldId="333"/>
            <ac:picMk id="8" creationId="{D7E46E09-C401-A9D4-1DD8-4BD66190D514}"/>
          </ac:picMkLst>
        </pc:picChg>
        <pc:picChg chg="del">
          <ac:chgData name="Sonia CHOYTUN" userId="a8cdc7919ccfdd04" providerId="LiveId" clId="{0EC77106-351B-4A08-909F-07418B4DDFE8}" dt="2026-05-05T22:27:06.679" v="1137" actId="21"/>
          <ac:picMkLst>
            <pc:docMk/>
            <pc:sldMk cId="2928782665" sldId="333"/>
            <ac:picMk id="10" creationId="{AAD6909E-DDEE-1CC6-F099-DAFB76F3F25C}"/>
          </ac:picMkLst>
        </pc:picChg>
      </pc:sldChg>
      <pc:sldChg chg="addSp delSp modSp mod modTransition addAnim delAnim modAnim">
        <pc:chgData name="Sonia CHOYTUN" userId="a8cdc7919ccfdd04" providerId="LiveId" clId="{0EC77106-351B-4A08-909F-07418B4DDFE8}" dt="2026-05-06T00:07:30.880" v="1835"/>
        <pc:sldMkLst>
          <pc:docMk/>
          <pc:sldMk cId="1163553537" sldId="334"/>
        </pc:sldMkLst>
        <pc:spChg chg="mod">
          <ac:chgData name="Sonia CHOYTUN" userId="a8cdc7919ccfdd04" providerId="LiveId" clId="{0EC77106-351B-4A08-909F-07418B4DDFE8}" dt="2026-05-05T23:51:47.291" v="1758" actId="1076"/>
          <ac:spMkLst>
            <pc:docMk/>
            <pc:sldMk cId="1163553537" sldId="334"/>
            <ac:spMk id="3" creationId="{F3B3FC43-85D6-B0D0-62E0-A3AE66DE22E2}"/>
          </ac:spMkLst>
        </pc:spChg>
        <pc:spChg chg="del">
          <ac:chgData name="Sonia CHOYTUN" userId="a8cdc7919ccfdd04" providerId="LiveId" clId="{0EC77106-351B-4A08-909F-07418B4DDFE8}" dt="2026-05-05T21:18:49.502" v="670" actId="21"/>
          <ac:spMkLst>
            <pc:docMk/>
            <pc:sldMk cId="1163553537" sldId="334"/>
            <ac:spMk id="4" creationId="{BC86F44F-F9CD-2493-9AF5-D2EB273F898B}"/>
          </ac:spMkLst>
        </pc:spChg>
        <pc:spChg chg="mod">
          <ac:chgData name="Sonia CHOYTUN" userId="a8cdc7919ccfdd04" providerId="LiveId" clId="{0EC77106-351B-4A08-909F-07418B4DDFE8}" dt="2026-05-05T22:28:11.140" v="1149" actId="1076"/>
          <ac:spMkLst>
            <pc:docMk/>
            <pc:sldMk cId="1163553537" sldId="334"/>
            <ac:spMk id="6" creationId="{368C273C-F213-4DA7-E0C0-A9277CFEA652}"/>
          </ac:spMkLst>
        </pc:spChg>
        <pc:spChg chg="mod">
          <ac:chgData name="Sonia CHOYTUN" userId="a8cdc7919ccfdd04" providerId="LiveId" clId="{0EC77106-351B-4A08-909F-07418B4DDFE8}" dt="2026-05-05T22:28:05.298" v="1148" actId="1076"/>
          <ac:spMkLst>
            <pc:docMk/>
            <pc:sldMk cId="1163553537" sldId="334"/>
            <ac:spMk id="25" creationId="{D51DDBEC-E0CF-E2B4-DB96-65C464230877}"/>
          </ac:spMkLst>
        </pc:spChg>
        <pc:picChg chg="del">
          <ac:chgData name="Sonia CHOYTUN" userId="a8cdc7919ccfdd04" providerId="LiveId" clId="{0EC77106-351B-4A08-909F-07418B4DDFE8}" dt="2026-05-05T22:28:02.463" v="1147" actId="21"/>
          <ac:picMkLst>
            <pc:docMk/>
            <pc:sldMk cId="1163553537" sldId="334"/>
            <ac:picMk id="10" creationId="{CD0577DD-9702-44E5-07E1-C320C9C19536}"/>
          </ac:picMkLst>
        </pc:picChg>
      </pc:sldChg>
      <pc:sldChg chg="addSp delSp modSp add mod ord modTransition">
        <pc:chgData name="Sonia CHOYTUN" userId="a8cdc7919ccfdd04" providerId="LiveId" clId="{0EC77106-351B-4A08-909F-07418B4DDFE8}" dt="2026-05-05T23:58:31.062" v="1789"/>
        <pc:sldMkLst>
          <pc:docMk/>
          <pc:sldMk cId="1052816655" sldId="335"/>
        </pc:sldMkLst>
        <pc:spChg chg="mod">
          <ac:chgData name="Sonia CHOYTUN" userId="a8cdc7919ccfdd04" providerId="LiveId" clId="{0EC77106-351B-4A08-909F-07418B4DDFE8}" dt="2026-05-05T22:51:11.772" v="1325" actId="14100"/>
          <ac:spMkLst>
            <pc:docMk/>
            <pc:sldMk cId="1052816655" sldId="335"/>
            <ac:spMk id="2" creationId="{78074BA3-6D64-2E5A-B105-87A538471CE6}"/>
          </ac:spMkLst>
        </pc:spChg>
        <pc:spChg chg="mod">
          <ac:chgData name="Sonia CHOYTUN" userId="a8cdc7919ccfdd04" providerId="LiveId" clId="{0EC77106-351B-4A08-909F-07418B4DDFE8}" dt="2026-05-05T23:16:43.178" v="1446" actId="255"/>
          <ac:spMkLst>
            <pc:docMk/>
            <pc:sldMk cId="1052816655" sldId="335"/>
            <ac:spMk id="3" creationId="{68C995A1-FF9F-EBD0-BB0A-162388347112}"/>
          </ac:spMkLst>
        </pc:spChg>
        <pc:spChg chg="add del mod">
          <ac:chgData name="Sonia CHOYTUN" userId="a8cdc7919ccfdd04" providerId="LiveId" clId="{0EC77106-351B-4A08-909F-07418B4DDFE8}" dt="2026-05-05T23:44:05.239" v="1663" actId="478"/>
          <ac:spMkLst>
            <pc:docMk/>
            <pc:sldMk cId="1052816655" sldId="335"/>
            <ac:spMk id="5" creationId="{E1FF62B0-1817-7772-4F61-5F88ED649BCD}"/>
          </ac:spMkLst>
        </pc:spChg>
        <pc:spChg chg="add mod">
          <ac:chgData name="Sonia CHOYTUN" userId="a8cdc7919ccfdd04" providerId="LiveId" clId="{0EC77106-351B-4A08-909F-07418B4DDFE8}" dt="2026-05-05T23:44:05.923" v="1664"/>
          <ac:spMkLst>
            <pc:docMk/>
            <pc:sldMk cId="1052816655" sldId="335"/>
            <ac:spMk id="6" creationId="{39CAC59E-C6F8-7EF4-A397-B6EFEE49997A}"/>
          </ac:spMkLst>
        </pc:spChg>
        <pc:spChg chg="del mod">
          <ac:chgData name="Sonia CHOYTUN" userId="a8cdc7919ccfdd04" providerId="LiveId" clId="{0EC77106-351B-4A08-909F-07418B4DDFE8}" dt="2026-05-05T23:29:22.284" v="1537" actId="21"/>
          <ac:spMkLst>
            <pc:docMk/>
            <pc:sldMk cId="1052816655" sldId="335"/>
            <ac:spMk id="15" creationId="{A6FE3034-A704-8276-295F-556114089D4D}"/>
          </ac:spMkLst>
        </pc:spChg>
      </pc:sldChg>
      <pc:sldChg chg="add del">
        <pc:chgData name="Sonia CHOYTUN" userId="a8cdc7919ccfdd04" providerId="LiveId" clId="{0EC77106-351B-4A08-909F-07418B4DDFE8}" dt="2026-05-05T12:08:16.381" v="452"/>
        <pc:sldMkLst>
          <pc:docMk/>
          <pc:sldMk cId="1339294308" sldId="335"/>
        </pc:sldMkLst>
      </pc:sldChg>
      <pc:sldChg chg="delSp modSp add del mod">
        <pc:chgData name="Sonia CHOYTUN" userId="a8cdc7919ccfdd04" providerId="LiveId" clId="{0EC77106-351B-4A08-909F-07418B4DDFE8}" dt="2026-05-05T21:27:57.885" v="730" actId="2696"/>
        <pc:sldMkLst>
          <pc:docMk/>
          <pc:sldMk cId="1305866357" sldId="336"/>
        </pc:sldMkLst>
        <pc:spChg chg="mod">
          <ac:chgData name="Sonia CHOYTUN" userId="a8cdc7919ccfdd04" providerId="LiveId" clId="{0EC77106-351B-4A08-909F-07418B4DDFE8}" dt="2026-05-05T12:12:52.871" v="492" actId="20577"/>
          <ac:spMkLst>
            <pc:docMk/>
            <pc:sldMk cId="1305866357" sldId="336"/>
            <ac:spMk id="2" creationId="{9F425642-6F94-9000-BB8E-2F18826766DD}"/>
          </ac:spMkLst>
        </pc:spChg>
        <pc:spChg chg="del">
          <ac:chgData name="Sonia CHOYTUN" userId="a8cdc7919ccfdd04" providerId="LiveId" clId="{0EC77106-351B-4A08-909F-07418B4DDFE8}" dt="2026-05-05T21:18:10.898" v="661" actId="21"/>
          <ac:spMkLst>
            <pc:docMk/>
            <pc:sldMk cId="1305866357" sldId="336"/>
            <ac:spMk id="3" creationId="{CB9789C3-0293-7CA0-4F95-B2DAAB38F3E8}"/>
          </ac:spMkLst>
        </pc:spChg>
        <pc:spChg chg="del">
          <ac:chgData name="Sonia CHOYTUN" userId="a8cdc7919ccfdd04" providerId="LiveId" clId="{0EC77106-351B-4A08-909F-07418B4DDFE8}" dt="2026-05-05T12:12:55.881" v="493" actId="21"/>
          <ac:spMkLst>
            <pc:docMk/>
            <pc:sldMk cId="1305866357" sldId="336"/>
            <ac:spMk id="8" creationId="{43752AE4-F5C2-40E2-F0A5-6B918C691C01}"/>
          </ac:spMkLst>
        </pc:spChg>
        <pc:spChg chg="mod">
          <ac:chgData name="Sonia CHOYTUN" userId="a8cdc7919ccfdd04" providerId="LiveId" clId="{0EC77106-351B-4A08-909F-07418B4DDFE8}" dt="2026-05-05T12:16:14.092" v="598" actId="207"/>
          <ac:spMkLst>
            <pc:docMk/>
            <pc:sldMk cId="1305866357" sldId="336"/>
            <ac:spMk id="16" creationId="{B7E0C898-C93F-9B26-307A-2FF15975ACD1}"/>
          </ac:spMkLst>
        </pc:spChg>
      </pc:sldChg>
      <pc:sldChg chg="modSp add del mod">
        <pc:chgData name="Sonia CHOYTUN" userId="a8cdc7919ccfdd04" providerId="LiveId" clId="{0EC77106-351B-4A08-909F-07418B4DDFE8}" dt="2026-05-05T22:35:33.196" v="1226" actId="2696"/>
        <pc:sldMkLst>
          <pc:docMk/>
          <pc:sldMk cId="3726596001" sldId="337"/>
        </pc:sldMkLst>
        <pc:spChg chg="mod">
          <ac:chgData name="Sonia CHOYTUN" userId="a8cdc7919ccfdd04" providerId="LiveId" clId="{0EC77106-351B-4A08-909F-07418B4DDFE8}" dt="2026-05-05T21:14:54.463" v="644" actId="20577"/>
          <ac:spMkLst>
            <pc:docMk/>
            <pc:sldMk cId="3726596001" sldId="337"/>
            <ac:spMk id="2" creationId="{3D4EF186-23BF-26B3-51AB-1328E903A3E5}"/>
          </ac:spMkLst>
        </pc:spChg>
        <pc:spChg chg="mod">
          <ac:chgData name="Sonia CHOYTUN" userId="a8cdc7919ccfdd04" providerId="LiveId" clId="{0EC77106-351B-4A08-909F-07418B4DDFE8}" dt="2026-05-05T21:15:17.625" v="647" actId="207"/>
          <ac:spMkLst>
            <pc:docMk/>
            <pc:sldMk cId="3726596001" sldId="337"/>
            <ac:spMk id="4" creationId="{E42B677D-185E-C48C-680D-1E65880E8487}"/>
          </ac:spMkLst>
        </pc:spChg>
        <pc:spChg chg="mod">
          <ac:chgData name="Sonia CHOYTUN" userId="a8cdc7919ccfdd04" providerId="LiveId" clId="{0EC77106-351B-4A08-909F-07418B4DDFE8}" dt="2026-05-05T21:17:05.495" v="652" actId="207"/>
          <ac:spMkLst>
            <pc:docMk/>
            <pc:sldMk cId="3726596001" sldId="337"/>
            <ac:spMk id="6" creationId="{FC991505-3B60-66DB-FE5A-7B4BCF3F5E19}"/>
          </ac:spMkLst>
        </pc:spChg>
      </pc:sldChg>
      <pc:sldChg chg="addSp delSp modSp add mod modTransition">
        <pc:chgData name="Sonia CHOYTUN" userId="a8cdc7919ccfdd04" providerId="LiveId" clId="{0EC77106-351B-4A08-909F-07418B4DDFE8}" dt="2026-05-06T00:11:12.428" v="1844"/>
        <pc:sldMkLst>
          <pc:docMk/>
          <pc:sldMk cId="2056323834" sldId="338"/>
        </pc:sldMkLst>
        <pc:spChg chg="mod">
          <ac:chgData name="Sonia CHOYTUN" userId="a8cdc7919ccfdd04" providerId="LiveId" clId="{0EC77106-351B-4A08-909F-07418B4DDFE8}" dt="2026-05-05T22:55:08.120" v="1362" actId="20577"/>
          <ac:spMkLst>
            <pc:docMk/>
            <pc:sldMk cId="2056323834" sldId="338"/>
            <ac:spMk id="2" creationId="{1F92EBBA-90DB-7BB6-AB90-FB9BC3D2F131}"/>
          </ac:spMkLst>
        </pc:spChg>
        <pc:spChg chg="del">
          <ac:chgData name="Sonia CHOYTUN" userId="a8cdc7919ccfdd04" providerId="LiveId" clId="{0EC77106-351B-4A08-909F-07418B4DDFE8}" dt="2026-05-05T23:29:55.293" v="1547" actId="21"/>
          <ac:spMkLst>
            <pc:docMk/>
            <pc:sldMk cId="2056323834" sldId="338"/>
            <ac:spMk id="3" creationId="{5C2DA5BB-2DA1-AB3E-BDDB-9435EFC97A56}"/>
          </ac:spMkLst>
        </pc:spChg>
        <pc:spChg chg="mod">
          <ac:chgData name="Sonia CHOYTUN" userId="a8cdc7919ccfdd04" providerId="LiveId" clId="{0EC77106-351B-4A08-909F-07418B4DDFE8}" dt="2026-05-05T23:09:40.005" v="1425" actId="20577"/>
          <ac:spMkLst>
            <pc:docMk/>
            <pc:sldMk cId="2056323834" sldId="338"/>
            <ac:spMk id="4" creationId="{22E6EB7D-724F-2976-D99B-DA85EAC3746E}"/>
          </ac:spMkLst>
        </pc:spChg>
        <pc:spChg chg="del">
          <ac:chgData name="Sonia CHOYTUN" userId="a8cdc7919ccfdd04" providerId="LiveId" clId="{0EC77106-351B-4A08-909F-07418B4DDFE8}" dt="2026-05-05T23:29:51.909" v="1545" actId="21"/>
          <ac:spMkLst>
            <pc:docMk/>
            <pc:sldMk cId="2056323834" sldId="338"/>
            <ac:spMk id="6" creationId="{DD4740B8-4D39-4CAF-BEAF-D3D24973E5A9}"/>
          </ac:spMkLst>
        </pc:spChg>
        <pc:spChg chg="add del mod">
          <ac:chgData name="Sonia CHOYTUN" userId="a8cdc7919ccfdd04" providerId="LiveId" clId="{0EC77106-351B-4A08-909F-07418B4DDFE8}" dt="2026-05-05T23:44:16.142" v="1665" actId="478"/>
          <ac:spMkLst>
            <pc:docMk/>
            <pc:sldMk cId="2056323834" sldId="338"/>
            <ac:spMk id="7" creationId="{DDFDD0FF-3032-142D-C717-6532BA6F28B8}"/>
          </ac:spMkLst>
        </pc:spChg>
        <pc:spChg chg="add mod">
          <ac:chgData name="Sonia CHOYTUN" userId="a8cdc7919ccfdd04" providerId="LiveId" clId="{0EC77106-351B-4A08-909F-07418B4DDFE8}" dt="2026-05-05T23:44:16.833" v="1666"/>
          <ac:spMkLst>
            <pc:docMk/>
            <pc:sldMk cId="2056323834" sldId="338"/>
            <ac:spMk id="8" creationId="{D063D668-59A4-3C6D-07F2-7B845A5B5151}"/>
          </ac:spMkLst>
        </pc:spChg>
        <pc:spChg chg="add mod">
          <ac:chgData name="Sonia CHOYTUN" userId="a8cdc7919ccfdd04" providerId="LiveId" clId="{0EC77106-351B-4A08-909F-07418B4DDFE8}" dt="2026-05-05T23:29:40.269" v="1542"/>
          <ac:spMkLst>
            <pc:docMk/>
            <pc:sldMk cId="2056323834" sldId="338"/>
            <ac:spMk id="15" creationId="{A6FE3034-A704-8276-295F-556114089D4D}"/>
          </ac:spMkLst>
        </pc:spChg>
      </pc:sldChg>
      <pc:sldChg chg="delSp modSp add mod modTransition">
        <pc:chgData name="Sonia CHOYTUN" userId="a8cdc7919ccfdd04" providerId="LiveId" clId="{0EC77106-351B-4A08-909F-07418B4DDFE8}" dt="2026-05-06T00:11:16.423" v="1845"/>
        <pc:sldMkLst>
          <pc:docMk/>
          <pc:sldMk cId="1709806082" sldId="339"/>
        </pc:sldMkLst>
        <pc:spChg chg="mod">
          <ac:chgData name="Sonia CHOYTUN" userId="a8cdc7919ccfdd04" providerId="LiveId" clId="{0EC77106-351B-4A08-909F-07418B4DDFE8}" dt="2026-05-05T21:40:51.390" v="845" actId="20577"/>
          <ac:spMkLst>
            <pc:docMk/>
            <pc:sldMk cId="1709806082" sldId="339"/>
            <ac:spMk id="2" creationId="{CABB059D-CE2A-2049-2713-B267EB41AC28}"/>
          </ac:spMkLst>
        </pc:spChg>
        <pc:spChg chg="del">
          <ac:chgData name="Sonia CHOYTUN" userId="a8cdc7919ccfdd04" providerId="LiveId" clId="{0EC77106-351B-4A08-909F-07418B4DDFE8}" dt="2026-05-05T23:30:47.088" v="1560" actId="21"/>
          <ac:spMkLst>
            <pc:docMk/>
            <pc:sldMk cId="1709806082" sldId="339"/>
            <ac:spMk id="3" creationId="{7AA16BC3-BDBC-3010-59FE-702EF16F56FD}"/>
          </ac:spMkLst>
        </pc:spChg>
        <pc:spChg chg="mod">
          <ac:chgData name="Sonia CHOYTUN" userId="a8cdc7919ccfdd04" providerId="LiveId" clId="{0EC77106-351B-4A08-909F-07418B4DDFE8}" dt="2026-05-05T22:54:11.389" v="1358"/>
          <ac:spMkLst>
            <pc:docMk/>
            <pc:sldMk cId="1709806082" sldId="339"/>
            <ac:spMk id="4" creationId="{B20FAC4A-6A05-A6DE-1B16-8BBB8F019F68}"/>
          </ac:spMkLst>
        </pc:spChg>
        <pc:spChg chg="mod">
          <ac:chgData name="Sonia CHOYTUN" userId="a8cdc7919ccfdd04" providerId="LiveId" clId="{0EC77106-351B-4A08-909F-07418B4DDFE8}" dt="2026-05-05T23:30:50.966" v="1562" actId="14100"/>
          <ac:spMkLst>
            <pc:docMk/>
            <pc:sldMk cId="1709806082" sldId="339"/>
            <ac:spMk id="6" creationId="{19E03283-2C15-5FDC-51DB-5EEB4823A9F2}"/>
          </ac:spMkLst>
        </pc:spChg>
      </pc:sldChg>
      <pc:sldChg chg="addSp delSp modSp add mod modTransition addAnim delAnim modAnim">
        <pc:chgData name="Sonia CHOYTUN" userId="a8cdc7919ccfdd04" providerId="LiveId" clId="{0EC77106-351B-4A08-909F-07418B4DDFE8}" dt="2026-05-06T00:17:54.413" v="1880" actId="1076"/>
        <pc:sldMkLst>
          <pc:docMk/>
          <pc:sldMk cId="249840927" sldId="340"/>
        </pc:sldMkLst>
        <pc:spChg chg="mod">
          <ac:chgData name="Sonia CHOYTUN" userId="a8cdc7919ccfdd04" providerId="LiveId" clId="{0EC77106-351B-4A08-909F-07418B4DDFE8}" dt="2026-05-05T23:52:18.318" v="1762" actId="14100"/>
          <ac:spMkLst>
            <pc:docMk/>
            <pc:sldMk cId="249840927" sldId="340"/>
            <ac:spMk id="2" creationId="{A357A9AE-024A-4F22-6422-0ED6AED29B7B}"/>
          </ac:spMkLst>
        </pc:spChg>
        <pc:spChg chg="mod">
          <ac:chgData name="Sonia CHOYTUN" userId="a8cdc7919ccfdd04" providerId="LiveId" clId="{0EC77106-351B-4A08-909F-07418B4DDFE8}" dt="2026-05-05T23:18:15.554" v="1461" actId="14100"/>
          <ac:spMkLst>
            <pc:docMk/>
            <pc:sldMk cId="249840927" sldId="340"/>
            <ac:spMk id="3" creationId="{7F1796AA-C1E5-0BF4-170C-116924C59EF6}"/>
          </ac:spMkLst>
        </pc:spChg>
        <pc:spChg chg="add mod">
          <ac:chgData name="Sonia CHOYTUN" userId="a8cdc7919ccfdd04" providerId="LiveId" clId="{0EC77106-351B-4A08-909F-07418B4DDFE8}" dt="2026-05-05T23:30:05.260" v="1550"/>
          <ac:spMkLst>
            <pc:docMk/>
            <pc:sldMk cId="249840927" sldId="340"/>
            <ac:spMk id="6" creationId="{5C2DA5BB-2DA1-AB3E-BDDB-9435EFC97A56}"/>
          </ac:spMkLst>
        </pc:spChg>
        <pc:spChg chg="add mod">
          <ac:chgData name="Sonia CHOYTUN" userId="a8cdc7919ccfdd04" providerId="LiveId" clId="{0EC77106-351B-4A08-909F-07418B4DDFE8}" dt="2026-05-05T23:30:31.061" v="1558" actId="1076"/>
          <ac:spMkLst>
            <pc:docMk/>
            <pc:sldMk cId="249840927" sldId="340"/>
            <ac:spMk id="7" creationId="{96081FE2-837D-FE3A-4450-A4E242569924}"/>
          </ac:spMkLst>
        </pc:spChg>
        <pc:spChg chg="del mod">
          <ac:chgData name="Sonia CHOYTUN" userId="a8cdc7919ccfdd04" providerId="LiveId" clId="{0EC77106-351B-4A08-909F-07418B4DDFE8}" dt="2026-05-05T23:30:18.925" v="1553" actId="21"/>
          <ac:spMkLst>
            <pc:docMk/>
            <pc:sldMk cId="249840927" sldId="340"/>
            <ac:spMk id="15" creationId="{D7178045-4279-D9F5-5E17-9ABF4173C105}"/>
          </ac:spMkLst>
        </pc:spChg>
        <pc:spChg chg="del mod">
          <ac:chgData name="Sonia CHOYTUN" userId="a8cdc7919ccfdd04" providerId="LiveId" clId="{0EC77106-351B-4A08-909F-07418B4DDFE8}" dt="2026-05-06T00:17:51.761" v="1879" actId="21"/>
          <ac:spMkLst>
            <pc:docMk/>
            <pc:sldMk cId="249840927" sldId="340"/>
            <ac:spMk id="16" creationId="{186112A5-462E-24FF-EE66-B0D9708C0FEF}"/>
          </ac:spMkLst>
        </pc:spChg>
        <pc:picChg chg="del">
          <ac:chgData name="Sonia CHOYTUN" userId="a8cdc7919ccfdd04" providerId="LiveId" clId="{0EC77106-351B-4A08-909F-07418B4DDFE8}" dt="2026-05-05T22:38:45.595" v="1234" actId="21"/>
          <ac:picMkLst>
            <pc:docMk/>
            <pc:sldMk cId="249840927" sldId="340"/>
            <ac:picMk id="4" creationId="{F5CE7275-0D41-B7CC-B86D-01A2ECA1B192}"/>
          </ac:picMkLst>
        </pc:picChg>
        <pc:picChg chg="mod">
          <ac:chgData name="Sonia CHOYTUN" userId="a8cdc7919ccfdd04" providerId="LiveId" clId="{0EC77106-351B-4A08-909F-07418B4DDFE8}" dt="2026-05-06T00:17:54.413" v="1880" actId="1076"/>
          <ac:picMkLst>
            <pc:docMk/>
            <pc:sldMk cId="249840927" sldId="340"/>
            <ac:picMk id="5" creationId="{492CFF26-49F0-3F3B-0522-8E185A796DC9}"/>
          </ac:picMkLst>
        </pc:picChg>
      </pc:sldChg>
      <pc:sldChg chg="modSp add del mod">
        <pc:chgData name="Sonia CHOYTUN" userId="a8cdc7919ccfdd04" providerId="LiveId" clId="{0EC77106-351B-4A08-909F-07418B4DDFE8}" dt="2026-05-05T22:57:18.303" v="1371" actId="2696"/>
        <pc:sldMkLst>
          <pc:docMk/>
          <pc:sldMk cId="2000281934" sldId="341"/>
        </pc:sldMkLst>
        <pc:spChg chg="mod">
          <ac:chgData name="Sonia CHOYTUN" userId="a8cdc7919ccfdd04" providerId="LiveId" clId="{0EC77106-351B-4A08-909F-07418B4DDFE8}" dt="2026-05-05T21:47:27.122" v="901" actId="20577"/>
          <ac:spMkLst>
            <pc:docMk/>
            <pc:sldMk cId="2000281934" sldId="341"/>
            <ac:spMk id="2" creationId="{214F0A93-2EB2-E5C6-1F32-6B78D03B4B9D}"/>
          </ac:spMkLst>
        </pc:spChg>
        <pc:spChg chg="mod">
          <ac:chgData name="Sonia CHOYTUN" userId="a8cdc7919ccfdd04" providerId="LiveId" clId="{0EC77106-351B-4A08-909F-07418B4DDFE8}" dt="2026-05-05T21:48:30.915" v="904" actId="20577"/>
          <ac:spMkLst>
            <pc:docMk/>
            <pc:sldMk cId="2000281934" sldId="341"/>
            <ac:spMk id="4" creationId="{21541063-3F94-FF12-97E5-A818A54D7308}"/>
          </ac:spMkLst>
        </pc:spChg>
      </pc:sldChg>
      <pc:sldChg chg="modSp add del mod">
        <pc:chgData name="Sonia CHOYTUN" userId="a8cdc7919ccfdd04" providerId="LiveId" clId="{0EC77106-351B-4A08-909F-07418B4DDFE8}" dt="2026-05-05T21:46:27.817" v="882" actId="2696"/>
        <pc:sldMkLst>
          <pc:docMk/>
          <pc:sldMk cId="3626491862" sldId="341"/>
        </pc:sldMkLst>
        <pc:spChg chg="mod">
          <ac:chgData name="Sonia CHOYTUN" userId="a8cdc7919ccfdd04" providerId="LiveId" clId="{0EC77106-351B-4A08-909F-07418B4DDFE8}" dt="2026-05-05T21:45:07.671" v="879" actId="20577"/>
          <ac:spMkLst>
            <pc:docMk/>
            <pc:sldMk cId="3626491862" sldId="341"/>
            <ac:spMk id="2" creationId="{E50EF1CC-A7C4-EB29-E083-A66AACAFBA77}"/>
          </ac:spMkLst>
        </pc:spChg>
        <pc:spChg chg="mod">
          <ac:chgData name="Sonia CHOYTUN" userId="a8cdc7919ccfdd04" providerId="LiveId" clId="{0EC77106-351B-4A08-909F-07418B4DDFE8}" dt="2026-05-05T21:45:38.973" v="881" actId="207"/>
          <ac:spMkLst>
            <pc:docMk/>
            <pc:sldMk cId="3626491862" sldId="341"/>
            <ac:spMk id="3" creationId="{CC256892-5FE7-327F-8AF8-989E04E7DE86}"/>
          </ac:spMkLst>
        </pc:spChg>
      </pc:sldChg>
      <pc:sldChg chg="modSp add del mod">
        <pc:chgData name="Sonia CHOYTUN" userId="a8cdc7919ccfdd04" providerId="LiveId" clId="{0EC77106-351B-4A08-909F-07418B4DDFE8}" dt="2026-05-05T22:59:27.719" v="1383" actId="2696"/>
        <pc:sldMkLst>
          <pc:docMk/>
          <pc:sldMk cId="584520646" sldId="342"/>
        </pc:sldMkLst>
        <pc:spChg chg="mod">
          <ac:chgData name="Sonia CHOYTUN" userId="a8cdc7919ccfdd04" providerId="LiveId" clId="{0EC77106-351B-4A08-909F-07418B4DDFE8}" dt="2026-05-05T22:58:17.178" v="1374"/>
          <ac:spMkLst>
            <pc:docMk/>
            <pc:sldMk cId="584520646" sldId="342"/>
            <ac:spMk id="2" creationId="{BE4AE8BB-7191-04FC-EF88-D14F8A627DE7}"/>
          </ac:spMkLst>
        </pc:spChg>
        <pc:spChg chg="mod">
          <ac:chgData name="Sonia CHOYTUN" userId="a8cdc7919ccfdd04" providerId="LiveId" clId="{0EC77106-351B-4A08-909F-07418B4DDFE8}" dt="2026-05-05T21:50:23.779" v="943" actId="14100"/>
          <ac:spMkLst>
            <pc:docMk/>
            <pc:sldMk cId="584520646" sldId="342"/>
            <ac:spMk id="4" creationId="{44594FA2-6341-4890-FDF7-06C40BD98C2C}"/>
          </ac:spMkLst>
        </pc:spChg>
      </pc:sldChg>
      <pc:sldChg chg="add del">
        <pc:chgData name="Sonia CHOYTUN" userId="a8cdc7919ccfdd04" providerId="LiveId" clId="{0EC77106-351B-4A08-909F-07418B4DDFE8}" dt="2026-05-05T21:49:11.744" v="906" actId="47"/>
        <pc:sldMkLst>
          <pc:docMk/>
          <pc:sldMk cId="1721750777" sldId="342"/>
        </pc:sldMkLst>
      </pc:sldChg>
      <pc:sldChg chg="addSp delSp modSp add del mod">
        <pc:chgData name="Sonia CHOYTUN" userId="a8cdc7919ccfdd04" providerId="LiveId" clId="{0EC77106-351B-4A08-909F-07418B4DDFE8}" dt="2026-05-05T22:07:06.022" v="1078" actId="2696"/>
        <pc:sldMkLst>
          <pc:docMk/>
          <pc:sldMk cId="571928851" sldId="343"/>
        </pc:sldMkLst>
        <pc:spChg chg="mod">
          <ac:chgData name="Sonia CHOYTUN" userId="a8cdc7919ccfdd04" providerId="LiveId" clId="{0EC77106-351B-4A08-909F-07418B4DDFE8}" dt="2026-05-05T21:52:06.955" v="946" actId="20577"/>
          <ac:spMkLst>
            <pc:docMk/>
            <pc:sldMk cId="571928851" sldId="343"/>
            <ac:spMk id="2" creationId="{91BCEF43-D425-7A5C-F048-FEAA4DAF7B7E}"/>
          </ac:spMkLst>
        </pc:spChg>
        <pc:spChg chg="mod">
          <ac:chgData name="Sonia CHOYTUN" userId="a8cdc7919ccfdd04" providerId="LiveId" clId="{0EC77106-351B-4A08-909F-07418B4DDFE8}" dt="2026-05-05T21:52:41.251" v="949" actId="255"/>
          <ac:spMkLst>
            <pc:docMk/>
            <pc:sldMk cId="571928851" sldId="343"/>
            <ac:spMk id="3" creationId="{DB03E13F-C206-5014-E29E-C686F04B6459}"/>
          </ac:spMkLst>
        </pc:spChg>
        <pc:spChg chg="add del">
          <ac:chgData name="Sonia CHOYTUN" userId="a8cdc7919ccfdd04" providerId="LiveId" clId="{0EC77106-351B-4A08-909F-07418B4DDFE8}" dt="2026-05-05T21:53:15.453" v="951" actId="22"/>
          <ac:spMkLst>
            <pc:docMk/>
            <pc:sldMk cId="571928851" sldId="343"/>
            <ac:spMk id="6" creationId="{242AF61E-5B22-DF5D-F902-164F8C763FF8}"/>
          </ac:spMkLst>
        </pc:spChg>
      </pc:sldChg>
      <pc:sldChg chg="modSp add del mod">
        <pc:chgData name="Sonia CHOYTUN" userId="a8cdc7919ccfdd04" providerId="LiveId" clId="{0EC77106-351B-4A08-909F-07418B4DDFE8}" dt="2026-05-05T23:07:23.389" v="1424" actId="2696"/>
        <pc:sldMkLst>
          <pc:docMk/>
          <pc:sldMk cId="2046208169" sldId="344"/>
        </pc:sldMkLst>
        <pc:spChg chg="mod">
          <ac:chgData name="Sonia CHOYTUN" userId="a8cdc7919ccfdd04" providerId="LiveId" clId="{0EC77106-351B-4A08-909F-07418B4DDFE8}" dt="2026-05-05T21:53:47.125" v="999" actId="14100"/>
          <ac:spMkLst>
            <pc:docMk/>
            <pc:sldMk cId="2046208169" sldId="344"/>
            <ac:spMk id="2" creationId="{EE064463-FB01-D4B3-314E-DCBCE4EF7BE4}"/>
          </ac:spMkLst>
        </pc:spChg>
        <pc:spChg chg="mod">
          <ac:chgData name="Sonia CHOYTUN" userId="a8cdc7919ccfdd04" providerId="LiveId" clId="{0EC77106-351B-4A08-909F-07418B4DDFE8}" dt="2026-05-05T21:54:10.917" v="1004" actId="207"/>
          <ac:spMkLst>
            <pc:docMk/>
            <pc:sldMk cId="2046208169" sldId="344"/>
            <ac:spMk id="4" creationId="{46EBB7E2-1567-C7B7-4386-C307BB37C6F5}"/>
          </ac:spMkLst>
        </pc:spChg>
      </pc:sldChg>
      <pc:sldChg chg="modSp add del mod">
        <pc:chgData name="Sonia CHOYTUN" userId="a8cdc7919ccfdd04" providerId="LiveId" clId="{0EC77106-351B-4A08-909F-07418B4DDFE8}" dt="2026-05-05T22:47:25.563" v="1267" actId="2696"/>
        <pc:sldMkLst>
          <pc:docMk/>
          <pc:sldMk cId="4263768358" sldId="345"/>
        </pc:sldMkLst>
        <pc:spChg chg="mod">
          <ac:chgData name="Sonia CHOYTUN" userId="a8cdc7919ccfdd04" providerId="LiveId" clId="{0EC77106-351B-4A08-909F-07418B4DDFE8}" dt="2026-05-05T21:57:25.343" v="1007" actId="20577"/>
          <ac:spMkLst>
            <pc:docMk/>
            <pc:sldMk cId="4263768358" sldId="345"/>
            <ac:spMk id="2" creationId="{397C9B94-12D0-370C-FCA3-5D94AA106A7F}"/>
          </ac:spMkLst>
        </pc:spChg>
        <pc:spChg chg="mod">
          <ac:chgData name="Sonia CHOYTUN" userId="a8cdc7919ccfdd04" providerId="LiveId" clId="{0EC77106-351B-4A08-909F-07418B4DDFE8}" dt="2026-05-05T21:57:40.708" v="1011" actId="14100"/>
          <ac:spMkLst>
            <pc:docMk/>
            <pc:sldMk cId="4263768358" sldId="345"/>
            <ac:spMk id="4" creationId="{4C2D7B4A-7405-2C05-E10C-D86FAE88DB82}"/>
          </ac:spMkLst>
        </pc:spChg>
      </pc:sldChg>
      <pc:sldChg chg="addSp delSp modSp add mod modTransition addAnim delAnim modAnim">
        <pc:chgData name="Sonia CHOYTUN" userId="a8cdc7919ccfdd04" providerId="LiveId" clId="{0EC77106-351B-4A08-909F-07418B4DDFE8}" dt="2026-05-06T00:17:39.786" v="1875" actId="1076"/>
        <pc:sldMkLst>
          <pc:docMk/>
          <pc:sldMk cId="4011052564" sldId="346"/>
        </pc:sldMkLst>
        <pc:spChg chg="mod">
          <ac:chgData name="Sonia CHOYTUN" userId="a8cdc7919ccfdd04" providerId="LiveId" clId="{0EC77106-351B-4A08-909F-07418B4DDFE8}" dt="2026-05-05T23:52:00.675" v="1760" actId="14100"/>
          <ac:spMkLst>
            <pc:docMk/>
            <pc:sldMk cId="4011052564" sldId="346"/>
            <ac:spMk id="2" creationId="{657421A7-DD44-BCA8-7502-07E34C140EBD}"/>
          </ac:spMkLst>
        </pc:spChg>
        <pc:spChg chg="mod">
          <ac:chgData name="Sonia CHOYTUN" userId="a8cdc7919ccfdd04" providerId="LiveId" clId="{0EC77106-351B-4A08-909F-07418B4DDFE8}" dt="2026-05-05T22:23:13.246" v="1123" actId="1076"/>
          <ac:spMkLst>
            <pc:docMk/>
            <pc:sldMk cId="4011052564" sldId="346"/>
            <ac:spMk id="3" creationId="{536DD55A-7E76-B482-8CBA-94A9BCDC7352}"/>
          </ac:spMkLst>
        </pc:spChg>
        <pc:spChg chg="mod">
          <ac:chgData name="Sonia CHOYTUN" userId="a8cdc7919ccfdd04" providerId="LiveId" clId="{0EC77106-351B-4A08-909F-07418B4DDFE8}" dt="2026-05-05T23:32:26.960" v="1575" actId="1076"/>
          <ac:spMkLst>
            <pc:docMk/>
            <pc:sldMk cId="4011052564" sldId="346"/>
            <ac:spMk id="15" creationId="{4F0E7614-06CF-5117-2C12-51D5AE795A19}"/>
          </ac:spMkLst>
        </pc:spChg>
        <pc:spChg chg="add del">
          <ac:chgData name="Sonia CHOYTUN" userId="a8cdc7919ccfdd04" providerId="LiveId" clId="{0EC77106-351B-4A08-909F-07418B4DDFE8}" dt="2026-05-06T00:17:35.853" v="1874" actId="21"/>
          <ac:spMkLst>
            <pc:docMk/>
            <pc:sldMk cId="4011052564" sldId="346"/>
            <ac:spMk id="16" creationId="{99038DF7-6013-A771-A3EC-797BA1B090D7}"/>
          </ac:spMkLst>
        </pc:spChg>
        <pc:picChg chg="del">
          <ac:chgData name="Sonia CHOYTUN" userId="a8cdc7919ccfdd04" providerId="LiveId" clId="{0EC77106-351B-4A08-909F-07418B4DDFE8}" dt="2026-05-05T22:22:49.721" v="1120" actId="21"/>
          <ac:picMkLst>
            <pc:docMk/>
            <pc:sldMk cId="4011052564" sldId="346"/>
            <ac:picMk id="4" creationId="{4058FB29-91BE-9000-5C7E-D2AA89B0EBF7}"/>
          </ac:picMkLst>
        </pc:picChg>
        <pc:picChg chg="add del mod">
          <ac:chgData name="Sonia CHOYTUN" userId="a8cdc7919ccfdd04" providerId="LiveId" clId="{0EC77106-351B-4A08-909F-07418B4DDFE8}" dt="2026-05-06T00:17:39.786" v="1875" actId="1076"/>
          <ac:picMkLst>
            <pc:docMk/>
            <pc:sldMk cId="4011052564" sldId="346"/>
            <ac:picMk id="6" creationId="{BA97BDCA-2EE7-CEA6-3C0A-D53B11FDBD72}"/>
          </ac:picMkLst>
        </pc:picChg>
      </pc:sldChg>
      <pc:sldChg chg="modSp add del mod">
        <pc:chgData name="Sonia CHOYTUN" userId="a8cdc7919ccfdd04" providerId="LiveId" clId="{0EC77106-351B-4A08-909F-07418B4DDFE8}" dt="2026-05-05T22:29:47.453" v="1152" actId="2696"/>
        <pc:sldMkLst>
          <pc:docMk/>
          <pc:sldMk cId="3212962225" sldId="347"/>
        </pc:sldMkLst>
        <pc:spChg chg="mod">
          <ac:chgData name="Sonia CHOYTUN" userId="a8cdc7919ccfdd04" providerId="LiveId" clId="{0EC77106-351B-4A08-909F-07418B4DDFE8}" dt="2026-05-05T22:02:27.294" v="1040" actId="20577"/>
          <ac:spMkLst>
            <pc:docMk/>
            <pc:sldMk cId="3212962225" sldId="347"/>
            <ac:spMk id="3" creationId="{55F4DAE2-9699-C358-2D83-70239159AE38}"/>
          </ac:spMkLst>
        </pc:spChg>
        <pc:spChg chg="mod">
          <ac:chgData name="Sonia CHOYTUN" userId="a8cdc7919ccfdd04" providerId="LiveId" clId="{0EC77106-351B-4A08-909F-07418B4DDFE8}" dt="2026-05-05T22:08:49.641" v="1085" actId="1076"/>
          <ac:spMkLst>
            <pc:docMk/>
            <pc:sldMk cId="3212962225" sldId="347"/>
            <ac:spMk id="6" creationId="{3127051D-A6B9-4666-0A16-35ABA3F16825}"/>
          </ac:spMkLst>
        </pc:spChg>
        <pc:spChg chg="mod">
          <ac:chgData name="Sonia CHOYTUN" userId="a8cdc7919ccfdd04" providerId="LiveId" clId="{0EC77106-351B-4A08-909F-07418B4DDFE8}" dt="2026-05-05T22:02:13.129" v="1034" actId="255"/>
          <ac:spMkLst>
            <pc:docMk/>
            <pc:sldMk cId="3212962225" sldId="347"/>
            <ac:spMk id="7" creationId="{127A9E49-A0C0-2074-FB26-356912CF9C82}"/>
          </ac:spMkLst>
        </pc:spChg>
        <pc:spChg chg="mod">
          <ac:chgData name="Sonia CHOYTUN" userId="a8cdc7919ccfdd04" providerId="LiveId" clId="{0EC77106-351B-4A08-909F-07418B4DDFE8}" dt="2026-05-05T22:08:40.144" v="1084" actId="208"/>
          <ac:spMkLst>
            <pc:docMk/>
            <pc:sldMk cId="3212962225" sldId="347"/>
            <ac:spMk id="25" creationId="{5EB4CAB6-E929-348B-18E3-1191CA51DD0A}"/>
          </ac:spMkLst>
        </pc:spChg>
        <pc:picChg chg="mod">
          <ac:chgData name="Sonia CHOYTUN" userId="a8cdc7919ccfdd04" providerId="LiveId" clId="{0EC77106-351B-4A08-909F-07418B4DDFE8}" dt="2026-05-05T22:23:56.543" v="1128" actId="1076"/>
          <ac:picMkLst>
            <pc:docMk/>
            <pc:sldMk cId="3212962225" sldId="347"/>
            <ac:picMk id="12" creationId="{67FEC4E9-2FA2-8583-140A-07563AFD56D3}"/>
          </ac:picMkLst>
        </pc:picChg>
      </pc:sldChg>
      <pc:sldChg chg="add del">
        <pc:chgData name="Sonia CHOYTUN" userId="a8cdc7919ccfdd04" providerId="LiveId" clId="{0EC77106-351B-4A08-909F-07418B4DDFE8}" dt="2026-05-05T22:00:55.771" v="1018"/>
        <pc:sldMkLst>
          <pc:docMk/>
          <pc:sldMk cId="4168486338" sldId="347"/>
        </pc:sldMkLst>
      </pc:sldChg>
      <pc:sldChg chg="addSp delSp modSp add del mod">
        <pc:chgData name="Sonia CHOYTUN" userId="a8cdc7919ccfdd04" providerId="LiveId" clId="{0EC77106-351B-4A08-909F-07418B4DDFE8}" dt="2026-05-05T23:42:10.868" v="1649" actId="2696"/>
        <pc:sldMkLst>
          <pc:docMk/>
          <pc:sldMk cId="3702535241" sldId="348"/>
        </pc:sldMkLst>
        <pc:spChg chg="mod">
          <ac:chgData name="Sonia CHOYTUN" userId="a8cdc7919ccfdd04" providerId="LiveId" clId="{0EC77106-351B-4A08-909F-07418B4DDFE8}" dt="2026-05-05T22:05:26.325" v="1064" actId="20577"/>
          <ac:spMkLst>
            <pc:docMk/>
            <pc:sldMk cId="3702535241" sldId="348"/>
            <ac:spMk id="3" creationId="{C29E003C-BD65-FE8F-6BB0-56742C159F05}"/>
          </ac:spMkLst>
        </pc:spChg>
        <pc:spChg chg="mod">
          <ac:chgData name="Sonia CHOYTUN" userId="a8cdc7919ccfdd04" providerId="LiveId" clId="{0EC77106-351B-4A08-909F-07418B4DDFE8}" dt="2026-05-05T22:04:54.462" v="1043"/>
          <ac:spMkLst>
            <pc:docMk/>
            <pc:sldMk cId="3702535241" sldId="348"/>
            <ac:spMk id="14" creationId="{56A044F6-34DB-26F8-285D-69C6D580B4F8}"/>
          </ac:spMkLst>
        </pc:spChg>
        <pc:spChg chg="mod">
          <ac:chgData name="Sonia CHOYTUN" userId="a8cdc7919ccfdd04" providerId="LiveId" clId="{0EC77106-351B-4A08-909F-07418B4DDFE8}" dt="2026-05-05T22:06:40.401" v="1077" actId="207"/>
          <ac:spMkLst>
            <pc:docMk/>
            <pc:sldMk cId="3702535241" sldId="348"/>
            <ac:spMk id="25" creationId="{69C3B646-C924-DA99-37A6-0E8D71A4FE7C}"/>
          </ac:spMkLst>
        </pc:spChg>
        <pc:picChg chg="add del mod">
          <ac:chgData name="Sonia CHOYTUN" userId="a8cdc7919ccfdd04" providerId="LiveId" clId="{0EC77106-351B-4A08-909F-07418B4DDFE8}" dt="2026-05-05T23:14:01.327" v="1442" actId="21"/>
          <ac:picMkLst>
            <pc:docMk/>
            <pc:sldMk cId="3702535241" sldId="348"/>
            <ac:picMk id="5" creationId="{63F13D29-2B71-92F8-710B-724BD2988F00}"/>
          </ac:picMkLst>
        </pc:picChg>
        <pc:picChg chg="mod">
          <ac:chgData name="Sonia CHOYTUN" userId="a8cdc7919ccfdd04" providerId="LiveId" clId="{0EC77106-351B-4A08-909F-07418B4DDFE8}" dt="2026-05-05T22:06:12.203" v="1073" actId="14100"/>
          <ac:picMkLst>
            <pc:docMk/>
            <pc:sldMk cId="3702535241" sldId="348"/>
            <ac:picMk id="10" creationId="{139209C2-65E2-7646-4CF0-937B5EBBF88A}"/>
          </ac:picMkLst>
        </pc:picChg>
      </pc:sldChg>
      <pc:sldChg chg="addSp delSp modSp add del mod">
        <pc:chgData name="Sonia CHOYTUN" userId="a8cdc7919ccfdd04" providerId="LiveId" clId="{0EC77106-351B-4A08-909F-07418B4DDFE8}" dt="2026-05-05T23:43:37.574" v="1660" actId="2696"/>
        <pc:sldMkLst>
          <pc:docMk/>
          <pc:sldMk cId="4041715430" sldId="349"/>
        </pc:sldMkLst>
        <pc:spChg chg="add del mod">
          <ac:chgData name="Sonia CHOYTUN" userId="a8cdc7919ccfdd04" providerId="LiveId" clId="{0EC77106-351B-4A08-909F-07418B4DDFE8}" dt="2026-05-05T22:11:30.777" v="1097" actId="21"/>
          <ac:spMkLst>
            <pc:docMk/>
            <pc:sldMk cId="4041715430" sldId="349"/>
            <ac:spMk id="2" creationId="{1A3A182D-5383-C083-9BAF-24E539ED7F86}"/>
          </ac:spMkLst>
        </pc:spChg>
        <pc:spChg chg="mod">
          <ac:chgData name="Sonia CHOYTUN" userId="a8cdc7919ccfdd04" providerId="LiveId" clId="{0EC77106-351B-4A08-909F-07418B4DDFE8}" dt="2026-05-05T22:10:49.327" v="1087"/>
          <ac:spMkLst>
            <pc:docMk/>
            <pc:sldMk cId="4041715430" sldId="349"/>
            <ac:spMk id="3" creationId="{B656CBEC-6294-C42C-BC54-B27750F03B9A}"/>
          </ac:spMkLst>
        </pc:spChg>
        <pc:spChg chg="del">
          <ac:chgData name="Sonia CHOYTUN" userId="a8cdc7919ccfdd04" providerId="LiveId" clId="{0EC77106-351B-4A08-909F-07418B4DDFE8}" dt="2026-05-05T22:11:02.796" v="1089" actId="21"/>
          <ac:spMkLst>
            <pc:docMk/>
            <pc:sldMk cId="4041715430" sldId="349"/>
            <ac:spMk id="4" creationId="{621870DF-FD67-91A3-F1A8-2681EBB27BBD}"/>
          </ac:spMkLst>
        </pc:spChg>
        <pc:spChg chg="add mod">
          <ac:chgData name="Sonia CHOYTUN" userId="a8cdc7919ccfdd04" providerId="LiveId" clId="{0EC77106-351B-4A08-909F-07418B4DDFE8}" dt="2026-05-05T23:14:24.850" v="1443" actId="20577"/>
          <ac:spMkLst>
            <pc:docMk/>
            <pc:sldMk cId="4041715430" sldId="349"/>
            <ac:spMk id="5" creationId="{F2971891-3E0F-C95F-2492-23B2249BCDCA}"/>
          </ac:spMkLst>
        </pc:spChg>
        <pc:spChg chg="add del mod">
          <ac:chgData name="Sonia CHOYTUN" userId="a8cdc7919ccfdd04" providerId="LiveId" clId="{0EC77106-351B-4A08-909F-07418B4DDFE8}" dt="2026-05-05T22:11:11.300" v="1091" actId="21"/>
          <ac:spMkLst>
            <pc:docMk/>
            <pc:sldMk cId="4041715430" sldId="349"/>
            <ac:spMk id="7" creationId="{48537FA5-58A2-5AB6-867F-20B986EBCE96}"/>
          </ac:spMkLst>
        </pc:spChg>
        <pc:spChg chg="mod">
          <ac:chgData name="Sonia CHOYTUN" userId="a8cdc7919ccfdd04" providerId="LiveId" clId="{0EC77106-351B-4A08-909F-07418B4DDFE8}" dt="2026-05-05T23:32:14.459" v="1573" actId="14100"/>
          <ac:spMkLst>
            <pc:docMk/>
            <pc:sldMk cId="4041715430" sldId="349"/>
            <ac:spMk id="11" creationId="{7EF546AF-76D1-ADD5-E9F5-505490EB01C4}"/>
          </ac:spMkLst>
        </pc:spChg>
        <pc:spChg chg="add del mod">
          <ac:chgData name="Sonia CHOYTUN" userId="a8cdc7919ccfdd04" providerId="LiveId" clId="{0EC77106-351B-4A08-909F-07418B4DDFE8}" dt="2026-05-05T22:11:35.077" v="1098" actId="1076"/>
          <ac:spMkLst>
            <pc:docMk/>
            <pc:sldMk cId="4041715430" sldId="349"/>
            <ac:spMk id="14" creationId="{8ABAF388-1DA4-16C2-B56C-97DBF388932E}"/>
          </ac:spMkLst>
        </pc:spChg>
        <pc:picChg chg="add mod ord">
          <ac:chgData name="Sonia CHOYTUN" userId="a8cdc7919ccfdd04" providerId="LiveId" clId="{0EC77106-351B-4A08-909F-07418B4DDFE8}" dt="2026-05-05T22:15:49.979" v="1106" actId="1076"/>
          <ac:picMkLst>
            <pc:docMk/>
            <pc:sldMk cId="4041715430" sldId="349"/>
            <ac:picMk id="9" creationId="{6EE40846-A571-ABEE-18FD-3B836F9AA7C5}"/>
          </ac:picMkLst>
        </pc:picChg>
        <pc:picChg chg="mod">
          <ac:chgData name="Sonia CHOYTUN" userId="a8cdc7919ccfdd04" providerId="LiveId" clId="{0EC77106-351B-4A08-909F-07418B4DDFE8}" dt="2026-05-05T22:15:58.135" v="1108" actId="1076"/>
          <ac:picMkLst>
            <pc:docMk/>
            <pc:sldMk cId="4041715430" sldId="349"/>
            <ac:picMk id="13" creationId="{54EC0B9B-734C-BF78-0235-112BB56607DA}"/>
          </ac:picMkLst>
        </pc:picChg>
      </pc:sldChg>
      <pc:sldChg chg="new del">
        <pc:chgData name="Sonia CHOYTUN" userId="a8cdc7919ccfdd04" providerId="LiveId" clId="{0EC77106-351B-4A08-909F-07418B4DDFE8}" dt="2026-05-05T22:33:53.673" v="1192" actId="2696"/>
        <pc:sldMkLst>
          <pc:docMk/>
          <pc:sldMk cId="666925642" sldId="350"/>
        </pc:sldMkLst>
      </pc:sldChg>
      <pc:sldChg chg="addSp delSp modSp new del mod modAnim">
        <pc:chgData name="Sonia CHOYTUN" userId="a8cdc7919ccfdd04" providerId="LiveId" clId="{0EC77106-351B-4A08-909F-07418B4DDFE8}" dt="2026-05-05T23:37:11.484" v="1602" actId="2696"/>
        <pc:sldMkLst>
          <pc:docMk/>
          <pc:sldMk cId="3924272881" sldId="350"/>
        </pc:sldMkLst>
        <pc:spChg chg="mod">
          <ac:chgData name="Sonia CHOYTUN" userId="a8cdc7919ccfdd04" providerId="LiveId" clId="{0EC77106-351B-4A08-909F-07418B4DDFE8}" dt="2026-05-05T22:35:16.392" v="1224" actId="1076"/>
          <ac:spMkLst>
            <pc:docMk/>
            <pc:sldMk cId="3924272881" sldId="350"/>
            <ac:spMk id="2" creationId="{C17F37A5-A8F8-FFD2-5B41-8324433E9A43}"/>
          </ac:spMkLst>
        </pc:spChg>
        <pc:spChg chg="mod">
          <ac:chgData name="Sonia CHOYTUN" userId="a8cdc7919ccfdd04" providerId="LiveId" clId="{0EC77106-351B-4A08-909F-07418B4DDFE8}" dt="2026-05-05T22:35:19.622" v="1225" actId="1076"/>
          <ac:spMkLst>
            <pc:docMk/>
            <pc:sldMk cId="3924272881" sldId="350"/>
            <ac:spMk id="3" creationId="{08FBDE49-61B6-DC2E-E88F-4BBE208CFE25}"/>
          </ac:spMkLst>
        </pc:spChg>
        <pc:spChg chg="add del mod">
          <ac:chgData name="Sonia CHOYTUN" userId="a8cdc7919ccfdd04" providerId="LiveId" clId="{0EC77106-351B-4A08-909F-07418B4DDFE8}" dt="2026-05-05T23:34:09.779" v="1580" actId="21"/>
          <ac:spMkLst>
            <pc:docMk/>
            <pc:sldMk cId="3924272881" sldId="350"/>
            <ac:spMk id="4" creationId="{D2D61E29-127E-4911-3771-49545037D51E}"/>
          </ac:spMkLst>
        </pc:spChg>
        <pc:spChg chg="add mod">
          <ac:chgData name="Sonia CHOYTUN" userId="a8cdc7919ccfdd04" providerId="LiveId" clId="{0EC77106-351B-4A08-909F-07418B4DDFE8}" dt="2026-05-05T23:36:05.724" v="1594" actId="207"/>
          <ac:spMkLst>
            <pc:docMk/>
            <pc:sldMk cId="3924272881" sldId="350"/>
            <ac:spMk id="6" creationId="{A5A96E2D-B97D-12AC-DD1F-FA40C2862ADB}"/>
          </ac:spMkLst>
        </pc:spChg>
        <pc:spChg chg="add mod">
          <ac:chgData name="Sonia CHOYTUN" userId="a8cdc7919ccfdd04" providerId="LiveId" clId="{0EC77106-351B-4A08-909F-07418B4DDFE8}" dt="2026-05-05T23:34:35.771" v="1589"/>
          <ac:spMkLst>
            <pc:docMk/>
            <pc:sldMk cId="3924272881" sldId="350"/>
            <ac:spMk id="7" creationId="{3F19F09E-BA44-94B8-CEBB-48F734F28248}"/>
          </ac:spMkLst>
        </pc:spChg>
        <pc:picChg chg="add mod">
          <ac:chgData name="Sonia CHOYTUN" userId="a8cdc7919ccfdd04" providerId="LiveId" clId="{0EC77106-351B-4A08-909F-07418B4DDFE8}" dt="2026-05-05T22:35:12.643" v="1223" actId="1076"/>
          <ac:picMkLst>
            <pc:docMk/>
            <pc:sldMk cId="3924272881" sldId="350"/>
            <ac:picMk id="5" creationId="{A058327E-1B2F-C86C-C464-FADB3BA32BF8}"/>
          </ac:picMkLst>
        </pc:picChg>
      </pc:sldChg>
      <pc:sldChg chg="addSp delSp modSp new del mod modClrScheme chgLayout">
        <pc:chgData name="Sonia CHOYTUN" userId="a8cdc7919ccfdd04" providerId="LiveId" clId="{0EC77106-351B-4A08-909F-07418B4DDFE8}" dt="2026-05-05T22:33:34.179" v="1191" actId="680"/>
        <pc:sldMkLst>
          <pc:docMk/>
          <pc:sldMk cId="218629161" sldId="351"/>
        </pc:sldMkLst>
        <pc:spChg chg="mod">
          <ac:chgData name="Sonia CHOYTUN" userId="a8cdc7919ccfdd04" providerId="LiveId" clId="{0EC77106-351B-4A08-909F-07418B4DDFE8}" dt="2026-05-05T22:33:33.988" v="1190" actId="26606"/>
          <ac:spMkLst>
            <pc:docMk/>
            <pc:sldMk cId="218629161" sldId="351"/>
            <ac:spMk id="2" creationId="{131E66B5-8701-E7FE-C87A-C9DBC24C5D66}"/>
          </ac:spMkLst>
        </pc:spChg>
        <pc:spChg chg="add del">
          <ac:chgData name="Sonia CHOYTUN" userId="a8cdc7919ccfdd04" providerId="LiveId" clId="{0EC77106-351B-4A08-909F-07418B4DDFE8}" dt="2026-05-05T22:33:33.988" v="1190" actId="26606"/>
          <ac:spMkLst>
            <pc:docMk/>
            <pc:sldMk cId="218629161" sldId="351"/>
            <ac:spMk id="3" creationId="{FBC1529F-A1EB-70E4-3818-088CC9ABD8E0}"/>
          </ac:spMkLst>
        </pc:spChg>
        <pc:spChg chg="add del">
          <ac:chgData name="Sonia CHOYTUN" userId="a8cdc7919ccfdd04" providerId="LiveId" clId="{0EC77106-351B-4A08-909F-07418B4DDFE8}" dt="2026-05-05T22:33:33.988" v="1190" actId="26606"/>
          <ac:spMkLst>
            <pc:docMk/>
            <pc:sldMk cId="218629161" sldId="351"/>
            <ac:spMk id="4" creationId="{65A3669D-8DFF-7C10-F02A-607D7E6B0AAB}"/>
          </ac:spMkLst>
        </pc:spChg>
        <pc:spChg chg="add del">
          <ac:chgData name="Sonia CHOYTUN" userId="a8cdc7919ccfdd04" providerId="LiveId" clId="{0EC77106-351B-4A08-909F-07418B4DDFE8}" dt="2026-05-05T22:33:33.988" v="1190" actId="26606"/>
          <ac:spMkLst>
            <pc:docMk/>
            <pc:sldMk cId="218629161" sldId="351"/>
            <ac:spMk id="5" creationId="{D84F177F-9B3C-AF10-1D6F-49BFF6E90C52}"/>
          </ac:spMkLst>
        </pc:spChg>
        <pc:spChg chg="mod">
          <ac:chgData name="Sonia CHOYTUN" userId="a8cdc7919ccfdd04" providerId="LiveId" clId="{0EC77106-351B-4A08-909F-07418B4DDFE8}" dt="2026-05-05T22:33:33.988" v="1190" actId="26606"/>
          <ac:spMkLst>
            <pc:docMk/>
            <pc:sldMk cId="218629161" sldId="351"/>
            <ac:spMk id="6" creationId="{941BB1B9-6729-D447-5992-B9D3FC5C90EB}"/>
          </ac:spMkLst>
        </pc:spChg>
        <pc:graphicFrameChg chg="add del mod modGraphic">
          <ac:chgData name="Sonia CHOYTUN" userId="a8cdc7919ccfdd04" providerId="LiveId" clId="{0EC77106-351B-4A08-909F-07418B4DDFE8}" dt="2026-05-05T22:33:33.988" v="1190" actId="26606"/>
          <ac:graphicFrameMkLst>
            <pc:docMk/>
            <pc:sldMk cId="218629161" sldId="351"/>
            <ac:graphicFrameMk id="10" creationId="{BBD198B1-DC04-D116-8310-FBDFACDD670B}"/>
          </ac:graphicFrameMkLst>
        </pc:graphicFrameChg>
      </pc:sldChg>
      <pc:sldChg chg="modSp add del mod ord">
        <pc:chgData name="Sonia CHOYTUN" userId="a8cdc7919ccfdd04" providerId="LiveId" clId="{0EC77106-351B-4A08-909F-07418B4DDFE8}" dt="2026-05-05T23:36:43.190" v="1598" actId="2696"/>
        <pc:sldMkLst>
          <pc:docMk/>
          <pc:sldMk cId="425959771" sldId="351"/>
        </pc:sldMkLst>
        <pc:spChg chg="mod">
          <ac:chgData name="Sonia CHOYTUN" userId="a8cdc7919ccfdd04" providerId="LiveId" clId="{0EC77106-351B-4A08-909F-07418B4DDFE8}" dt="2026-05-05T22:36:21.822" v="1229" actId="14100"/>
          <ac:spMkLst>
            <pc:docMk/>
            <pc:sldMk cId="425959771" sldId="351"/>
            <ac:spMk id="2" creationId="{7F229B06-377A-8BF2-3B0F-0C0F01F85C13}"/>
          </ac:spMkLst>
        </pc:spChg>
        <pc:spChg chg="mod">
          <ac:chgData name="Sonia CHOYTUN" userId="a8cdc7919ccfdd04" providerId="LiveId" clId="{0EC77106-351B-4A08-909F-07418B4DDFE8}" dt="2026-05-05T22:49:17.723" v="1273" actId="14100"/>
          <ac:spMkLst>
            <pc:docMk/>
            <pc:sldMk cId="425959771" sldId="351"/>
            <ac:spMk id="3" creationId="{FC686E4E-8850-D55E-D876-3D62493F908C}"/>
          </ac:spMkLst>
        </pc:spChg>
      </pc:sldChg>
      <pc:sldChg chg="addSp delSp modSp new del mod modClrScheme modAnim chgLayout">
        <pc:chgData name="Sonia CHOYTUN" userId="a8cdc7919ccfdd04" providerId="LiveId" clId="{0EC77106-351B-4A08-909F-07418B4DDFE8}" dt="2026-05-05T23:40:42.655" v="1631" actId="2696"/>
        <pc:sldMkLst>
          <pc:docMk/>
          <pc:sldMk cId="456539199" sldId="352"/>
        </pc:sldMkLst>
        <pc:spChg chg="mod">
          <ac:chgData name="Sonia CHOYTUN" userId="a8cdc7919ccfdd04" providerId="LiveId" clId="{0EC77106-351B-4A08-909F-07418B4DDFE8}" dt="2026-05-05T22:57:09.349" v="1370" actId="26606"/>
          <ac:spMkLst>
            <pc:docMk/>
            <pc:sldMk cId="456539199" sldId="352"/>
            <ac:spMk id="2" creationId="{86E6E611-7E3F-A79A-2E2D-17E95D22423A}"/>
          </ac:spMkLst>
        </pc:spChg>
        <pc:spChg chg="mod">
          <ac:chgData name="Sonia CHOYTUN" userId="a8cdc7919ccfdd04" providerId="LiveId" clId="{0EC77106-351B-4A08-909F-07418B4DDFE8}" dt="2026-05-05T22:59:02.250" v="1379" actId="12"/>
          <ac:spMkLst>
            <pc:docMk/>
            <pc:sldMk cId="456539199" sldId="352"/>
            <ac:spMk id="3" creationId="{47B5DC89-73C8-65E8-E91A-0D7524182165}"/>
          </ac:spMkLst>
        </pc:spChg>
        <pc:spChg chg="del mod ord">
          <ac:chgData name="Sonia CHOYTUN" userId="a8cdc7919ccfdd04" providerId="LiveId" clId="{0EC77106-351B-4A08-909F-07418B4DDFE8}" dt="2026-05-05T23:30:56.303" v="1563" actId="21"/>
          <ac:spMkLst>
            <pc:docMk/>
            <pc:sldMk cId="456539199" sldId="352"/>
            <ac:spMk id="4" creationId="{68153F31-A49F-FC85-F238-DF741DCA375E}"/>
          </ac:spMkLst>
        </pc:spChg>
        <pc:picChg chg="add mod">
          <ac:chgData name="Sonia CHOYTUN" userId="a8cdc7919ccfdd04" providerId="LiveId" clId="{0EC77106-351B-4A08-909F-07418B4DDFE8}" dt="2026-05-05T22:57:09.349" v="1370" actId="26606"/>
          <ac:picMkLst>
            <pc:docMk/>
            <pc:sldMk cId="456539199" sldId="352"/>
            <ac:picMk id="5" creationId="{939A1AA9-C260-1ECA-8358-42D04DB83AA4}"/>
          </ac:picMkLst>
        </pc:picChg>
      </pc:sldChg>
      <pc:sldChg chg="addSp delSp modSp new del mod modClrScheme modAnim chgLayout">
        <pc:chgData name="Sonia CHOYTUN" userId="a8cdc7919ccfdd04" providerId="LiveId" clId="{0EC77106-351B-4A08-909F-07418B4DDFE8}" dt="2026-05-05T22:41:08.513" v="1259" actId="680"/>
        <pc:sldMkLst>
          <pc:docMk/>
          <pc:sldMk cId="3595874568" sldId="352"/>
        </pc:sldMkLst>
        <pc:spChg chg="mod">
          <ac:chgData name="Sonia CHOYTUN" userId="a8cdc7919ccfdd04" providerId="LiveId" clId="{0EC77106-351B-4A08-909F-07418B4DDFE8}" dt="2026-05-05T22:41:08.336" v="1258" actId="26606"/>
          <ac:spMkLst>
            <pc:docMk/>
            <pc:sldMk cId="3595874568" sldId="352"/>
            <ac:spMk id="2" creationId="{0A289F07-EFC3-BAF9-7C06-6B56C9B422F7}"/>
          </ac:spMkLst>
        </pc:spChg>
        <pc:spChg chg="mod ord">
          <ac:chgData name="Sonia CHOYTUN" userId="a8cdc7919ccfdd04" providerId="LiveId" clId="{0EC77106-351B-4A08-909F-07418B4DDFE8}" dt="2026-05-05T22:41:08.336" v="1258" actId="26606"/>
          <ac:spMkLst>
            <pc:docMk/>
            <pc:sldMk cId="3595874568" sldId="352"/>
            <ac:spMk id="3" creationId="{21B1A38E-3959-1A7B-39FB-8422D519C13E}"/>
          </ac:spMkLst>
        </pc:spChg>
        <pc:spChg chg="add del">
          <ac:chgData name="Sonia CHOYTUN" userId="a8cdc7919ccfdd04" providerId="LiveId" clId="{0EC77106-351B-4A08-909F-07418B4DDFE8}" dt="2026-05-05T22:41:08.336" v="1258" actId="26606"/>
          <ac:spMkLst>
            <pc:docMk/>
            <pc:sldMk cId="3595874568" sldId="352"/>
            <ac:spMk id="4" creationId="{74570663-402E-1A99-F63C-E4C5C4E42272}"/>
          </ac:spMkLst>
        </pc:spChg>
        <pc:spChg chg="mod">
          <ac:chgData name="Sonia CHOYTUN" userId="a8cdc7919ccfdd04" providerId="LiveId" clId="{0EC77106-351B-4A08-909F-07418B4DDFE8}" dt="2026-05-05T22:41:08.336" v="1258" actId="26606"/>
          <ac:spMkLst>
            <pc:docMk/>
            <pc:sldMk cId="3595874568" sldId="352"/>
            <ac:spMk id="5" creationId="{BB2BE384-0118-3514-83A6-44F140575931}"/>
          </ac:spMkLst>
        </pc:spChg>
        <pc:spChg chg="add del mod">
          <ac:chgData name="Sonia CHOYTUN" userId="a8cdc7919ccfdd04" providerId="LiveId" clId="{0EC77106-351B-4A08-909F-07418B4DDFE8}" dt="2026-05-05T22:41:08.336" v="1258" actId="26606"/>
          <ac:spMkLst>
            <pc:docMk/>
            <pc:sldMk cId="3595874568" sldId="352"/>
            <ac:spMk id="10" creationId="{66E0F854-92D8-9207-42A2-EA53F3D6EE53}"/>
          </ac:spMkLst>
        </pc:spChg>
        <pc:picChg chg="add mod">
          <ac:chgData name="Sonia CHOYTUN" userId="a8cdc7919ccfdd04" providerId="LiveId" clId="{0EC77106-351B-4A08-909F-07418B4DDFE8}" dt="2026-05-05T22:41:08.128" v="1257"/>
          <ac:picMkLst>
            <pc:docMk/>
            <pc:sldMk cId="3595874568" sldId="352"/>
            <ac:picMk id="6" creationId="{5FF8EE37-E6AF-4518-0E8B-38890916BC73}"/>
          </ac:picMkLst>
        </pc:picChg>
      </pc:sldChg>
      <pc:sldChg chg="modSp new add del mod modClrScheme chgLayout">
        <pc:chgData name="Sonia CHOYTUN" userId="a8cdc7919ccfdd04" providerId="LiveId" clId="{0EC77106-351B-4A08-909F-07418B4DDFE8}" dt="2026-05-05T23:01:13.806" v="1398" actId="2696"/>
        <pc:sldMkLst>
          <pc:docMk/>
          <pc:sldMk cId="3202850591" sldId="353"/>
        </pc:sldMkLst>
        <pc:spChg chg="mod">
          <ac:chgData name="Sonia CHOYTUN" userId="a8cdc7919ccfdd04" providerId="LiveId" clId="{0EC77106-351B-4A08-909F-07418B4DDFE8}" dt="2026-05-05T22:58:01.654" v="1373" actId="26606"/>
          <ac:spMkLst>
            <pc:docMk/>
            <pc:sldMk cId="3202850591" sldId="353"/>
            <ac:spMk id="2" creationId="{BB9FEF2F-9F8D-2BB7-D75A-3D916C34C671}"/>
          </ac:spMkLst>
        </pc:spChg>
        <pc:spChg chg="mod">
          <ac:chgData name="Sonia CHOYTUN" userId="a8cdc7919ccfdd04" providerId="LiveId" clId="{0EC77106-351B-4A08-909F-07418B4DDFE8}" dt="2026-05-05T22:58:01.654" v="1373" actId="26606"/>
          <ac:spMkLst>
            <pc:docMk/>
            <pc:sldMk cId="3202850591" sldId="353"/>
            <ac:spMk id="3" creationId="{BA42B5E3-9A65-7CB9-6D5E-8BC38FF4D503}"/>
          </ac:spMkLst>
        </pc:spChg>
        <pc:spChg chg="mod">
          <ac:chgData name="Sonia CHOYTUN" userId="a8cdc7919ccfdd04" providerId="LiveId" clId="{0EC77106-351B-4A08-909F-07418B4DDFE8}" dt="2026-05-05T22:58:01.654" v="1373" actId="26606"/>
          <ac:spMkLst>
            <pc:docMk/>
            <pc:sldMk cId="3202850591" sldId="353"/>
            <ac:spMk id="4" creationId="{F958E617-5880-94F4-AF98-5A1119DC0FAD}"/>
          </ac:spMkLst>
        </pc:spChg>
      </pc:sldChg>
      <pc:sldChg chg="delSp modSp add del mod">
        <pc:chgData name="Sonia CHOYTUN" userId="a8cdc7919ccfdd04" providerId="LiveId" clId="{0EC77106-351B-4A08-909F-07418B4DDFE8}" dt="2026-05-05T23:41:06.626" v="1635" actId="2696"/>
        <pc:sldMkLst>
          <pc:docMk/>
          <pc:sldMk cId="1974973116" sldId="354"/>
        </pc:sldMkLst>
        <pc:spChg chg="mod">
          <ac:chgData name="Sonia CHOYTUN" userId="a8cdc7919ccfdd04" providerId="LiveId" clId="{0EC77106-351B-4A08-909F-07418B4DDFE8}" dt="2026-05-05T22:58:41.391" v="1376"/>
          <ac:spMkLst>
            <pc:docMk/>
            <pc:sldMk cId="1974973116" sldId="354"/>
            <ac:spMk id="2" creationId="{3CE20D68-9970-8FA8-A632-1DE91FE02037}"/>
          </ac:spMkLst>
        </pc:spChg>
        <pc:spChg chg="mod">
          <ac:chgData name="Sonia CHOYTUN" userId="a8cdc7919ccfdd04" providerId="LiveId" clId="{0EC77106-351B-4A08-909F-07418B4DDFE8}" dt="2026-05-05T22:59:21.042" v="1382" actId="14100"/>
          <ac:spMkLst>
            <pc:docMk/>
            <pc:sldMk cId="1974973116" sldId="354"/>
            <ac:spMk id="3" creationId="{CBCA1F30-2294-134B-8485-F0BECF42B6F9}"/>
          </ac:spMkLst>
        </pc:spChg>
        <pc:spChg chg="del">
          <ac:chgData name="Sonia CHOYTUN" userId="a8cdc7919ccfdd04" providerId="LiveId" clId="{0EC77106-351B-4A08-909F-07418B4DDFE8}" dt="2026-05-05T23:30:59.492" v="1564" actId="21"/>
          <ac:spMkLst>
            <pc:docMk/>
            <pc:sldMk cId="1974973116" sldId="354"/>
            <ac:spMk id="4" creationId="{B6DC9B4D-D346-FAC8-6480-B61BC6989516}"/>
          </ac:spMkLst>
        </pc:spChg>
      </pc:sldChg>
      <pc:sldChg chg="addSp delSp modSp new del mod modClrScheme chgLayout">
        <pc:chgData name="Sonia CHOYTUN" userId="a8cdc7919ccfdd04" providerId="LiveId" clId="{0EC77106-351B-4A08-909F-07418B4DDFE8}" dt="2026-05-05T23:01:10.724" v="1396" actId="680"/>
        <pc:sldMkLst>
          <pc:docMk/>
          <pc:sldMk cId="275109380" sldId="355"/>
        </pc:sldMkLst>
        <pc:spChg chg="mod">
          <ac:chgData name="Sonia CHOYTUN" userId="a8cdc7919ccfdd04" providerId="LiveId" clId="{0EC77106-351B-4A08-909F-07418B4DDFE8}" dt="2026-05-05T23:01:10.556" v="1395" actId="26606"/>
          <ac:spMkLst>
            <pc:docMk/>
            <pc:sldMk cId="275109380" sldId="355"/>
            <ac:spMk id="2" creationId="{3AADBE23-8448-2358-DC71-901B94092B09}"/>
          </ac:spMkLst>
        </pc:spChg>
        <pc:spChg chg="add del">
          <ac:chgData name="Sonia CHOYTUN" userId="a8cdc7919ccfdd04" providerId="LiveId" clId="{0EC77106-351B-4A08-909F-07418B4DDFE8}" dt="2026-05-05T23:01:10.556" v="1395" actId="26606"/>
          <ac:spMkLst>
            <pc:docMk/>
            <pc:sldMk cId="275109380" sldId="355"/>
            <ac:spMk id="3" creationId="{1D41A8EE-F07E-767B-96FC-6EF416B19A2D}"/>
          </ac:spMkLst>
        </pc:spChg>
        <pc:spChg chg="add del">
          <ac:chgData name="Sonia CHOYTUN" userId="a8cdc7919ccfdd04" providerId="LiveId" clId="{0EC77106-351B-4A08-909F-07418B4DDFE8}" dt="2026-05-05T23:01:10.556" v="1395" actId="26606"/>
          <ac:spMkLst>
            <pc:docMk/>
            <pc:sldMk cId="275109380" sldId="355"/>
            <ac:spMk id="4" creationId="{2B62979E-9D67-4C15-DEC7-8ED3ABEE4A40}"/>
          </ac:spMkLst>
        </pc:spChg>
        <pc:spChg chg="add del">
          <ac:chgData name="Sonia CHOYTUN" userId="a8cdc7919ccfdd04" providerId="LiveId" clId="{0EC77106-351B-4A08-909F-07418B4DDFE8}" dt="2026-05-05T23:01:10.556" v="1395" actId="26606"/>
          <ac:spMkLst>
            <pc:docMk/>
            <pc:sldMk cId="275109380" sldId="355"/>
            <ac:spMk id="5" creationId="{8F928B11-3AB3-0EB6-47DF-F8F9C10E8C58}"/>
          </ac:spMkLst>
        </pc:spChg>
        <pc:spChg chg="mod">
          <ac:chgData name="Sonia CHOYTUN" userId="a8cdc7919ccfdd04" providerId="LiveId" clId="{0EC77106-351B-4A08-909F-07418B4DDFE8}" dt="2026-05-05T23:01:10.556" v="1395" actId="26606"/>
          <ac:spMkLst>
            <pc:docMk/>
            <pc:sldMk cId="275109380" sldId="355"/>
            <ac:spMk id="6" creationId="{4547B19A-48E2-E0F8-04B4-5676C5B3895F}"/>
          </ac:spMkLst>
        </pc:spChg>
        <pc:spChg chg="add del mod">
          <ac:chgData name="Sonia CHOYTUN" userId="a8cdc7919ccfdd04" providerId="LiveId" clId="{0EC77106-351B-4A08-909F-07418B4DDFE8}" dt="2026-05-05T23:01:10.378" v="1394" actId="22"/>
          <ac:spMkLst>
            <pc:docMk/>
            <pc:sldMk cId="275109380" sldId="355"/>
            <ac:spMk id="9" creationId="{C8ACD151-2EA5-9A51-CA5B-7B2720B358CE}"/>
          </ac:spMkLst>
        </pc:spChg>
        <pc:graphicFrameChg chg="add del mod">
          <ac:chgData name="Sonia CHOYTUN" userId="a8cdc7919ccfdd04" providerId="LiveId" clId="{0EC77106-351B-4A08-909F-07418B4DDFE8}" dt="2026-05-05T23:01:10.556" v="1395" actId="26606"/>
          <ac:graphicFrameMkLst>
            <pc:docMk/>
            <pc:sldMk cId="275109380" sldId="355"/>
            <ac:graphicFrameMk id="8" creationId="{1D41A8EE-F07E-767B-96FC-6EF416B19A2D}"/>
          </ac:graphicFrameMkLst>
        </pc:graphicFrameChg>
      </pc:sldChg>
      <pc:sldChg chg="addSp delSp modSp new add del mod modClrScheme addAnim delAnim modAnim chgLayout">
        <pc:chgData name="Sonia CHOYTUN" userId="a8cdc7919ccfdd04" providerId="LiveId" clId="{0EC77106-351B-4A08-909F-07418B4DDFE8}" dt="2026-05-05T23:22:46.922" v="1500" actId="2696"/>
        <pc:sldMkLst>
          <pc:docMk/>
          <pc:sldMk cId="4124389310" sldId="355"/>
        </pc:sldMkLst>
        <pc:spChg chg="mod">
          <ac:chgData name="Sonia CHOYTUN" userId="a8cdc7919ccfdd04" providerId="LiveId" clId="{0EC77106-351B-4A08-909F-07418B4DDFE8}" dt="2026-05-05T23:19:42.173" v="1468" actId="14100"/>
          <ac:spMkLst>
            <pc:docMk/>
            <pc:sldMk cId="4124389310" sldId="355"/>
            <ac:spMk id="2" creationId="{B11E7FB6-207F-CEEC-4B2C-15F3F1CEF314}"/>
          </ac:spMkLst>
        </pc:spChg>
        <pc:spChg chg="del">
          <ac:chgData name="Sonia CHOYTUN" userId="a8cdc7919ccfdd04" providerId="LiveId" clId="{0EC77106-351B-4A08-909F-07418B4DDFE8}" dt="2026-05-05T23:01:41.621" v="1400" actId="26606"/>
          <ac:spMkLst>
            <pc:docMk/>
            <pc:sldMk cId="4124389310" sldId="355"/>
            <ac:spMk id="3" creationId="{A8806F20-257C-1695-FF19-125E0856D5CB}"/>
          </ac:spMkLst>
        </pc:spChg>
        <pc:spChg chg="del mod">
          <ac:chgData name="Sonia CHOYTUN" userId="a8cdc7919ccfdd04" providerId="LiveId" clId="{0EC77106-351B-4A08-909F-07418B4DDFE8}" dt="2026-05-05T23:19:44.538" v="1469" actId="21"/>
          <ac:spMkLst>
            <pc:docMk/>
            <pc:sldMk cId="4124389310" sldId="355"/>
            <ac:spMk id="4" creationId="{34C8C667-0C83-9035-6B5C-A84DE32F602F}"/>
          </ac:spMkLst>
        </pc:spChg>
        <pc:spChg chg="add mod">
          <ac:chgData name="Sonia CHOYTUN" userId="a8cdc7919ccfdd04" providerId="LiveId" clId="{0EC77106-351B-4A08-909F-07418B4DDFE8}" dt="2026-05-05T23:20:10.097" v="1478" actId="1076"/>
          <ac:spMkLst>
            <pc:docMk/>
            <pc:sldMk cId="4124389310" sldId="355"/>
            <ac:spMk id="5" creationId="{4A7FB528-0DDF-7E2D-EB2A-73CDAE8C9552}"/>
          </ac:spMkLst>
        </pc:spChg>
        <pc:spChg chg="add del mod">
          <ac:chgData name="Sonia CHOYTUN" userId="a8cdc7919ccfdd04" providerId="LiveId" clId="{0EC77106-351B-4A08-909F-07418B4DDFE8}" dt="2026-05-05T23:02:57.510" v="1406" actId="21"/>
          <ac:spMkLst>
            <pc:docMk/>
            <pc:sldMk cId="4124389310" sldId="355"/>
            <ac:spMk id="8" creationId="{AABFF48D-F518-117E-7407-AB1A6186D188}"/>
          </ac:spMkLst>
        </pc:spChg>
        <pc:spChg chg="add del mod">
          <ac:chgData name="Sonia CHOYTUN" userId="a8cdc7919ccfdd04" providerId="LiveId" clId="{0EC77106-351B-4A08-909F-07418B4DDFE8}" dt="2026-05-05T23:06:34.324" v="1417" actId="21"/>
          <ac:spMkLst>
            <pc:docMk/>
            <pc:sldMk cId="4124389310" sldId="355"/>
            <ac:spMk id="11" creationId="{D092594A-AF95-B52C-8DE9-1E796AF40AEF}"/>
          </ac:spMkLst>
        </pc:spChg>
        <pc:graphicFrameChg chg="add del mod">
          <ac:chgData name="Sonia CHOYTUN" userId="a8cdc7919ccfdd04" providerId="LiveId" clId="{0EC77106-351B-4A08-909F-07418B4DDFE8}" dt="2026-05-05T23:02:54.083" v="1405" actId="21"/>
          <ac:graphicFrameMkLst>
            <pc:docMk/>
            <pc:sldMk cId="4124389310" sldId="355"/>
            <ac:graphicFrameMk id="6" creationId="{A8806F20-257C-1695-FF19-125E0856D5CB}"/>
          </ac:graphicFrameMkLst>
        </pc:graphicFrameChg>
        <pc:picChg chg="add mod">
          <ac:chgData name="Sonia CHOYTUN" userId="a8cdc7919ccfdd04" providerId="LiveId" clId="{0EC77106-351B-4A08-909F-07418B4DDFE8}" dt="2026-05-05T23:19:57.339" v="1474" actId="1076"/>
          <ac:picMkLst>
            <pc:docMk/>
            <pc:sldMk cId="4124389310" sldId="355"/>
            <ac:picMk id="9" creationId="{6ECC9498-2899-5BE2-1624-3DDC1FD2BEBC}"/>
          </ac:picMkLst>
        </pc:picChg>
      </pc:sldChg>
      <pc:sldChg chg="new del">
        <pc:chgData name="Sonia CHOYTUN" userId="a8cdc7919ccfdd04" providerId="LiveId" clId="{0EC77106-351B-4A08-909F-07418B4DDFE8}" dt="2026-05-05T23:19:12.228" v="1463" actId="680"/>
        <pc:sldMkLst>
          <pc:docMk/>
          <pc:sldMk cId="2918849867" sldId="356"/>
        </pc:sldMkLst>
      </pc:sldChg>
      <pc:sldChg chg="addSp delSp modSp add del mod ord delAnim modAnim">
        <pc:chgData name="Sonia CHOYTUN" userId="a8cdc7919ccfdd04" providerId="LiveId" clId="{0EC77106-351B-4A08-909F-07418B4DDFE8}" dt="2026-05-05T23:42:55.655" v="1655" actId="2696"/>
        <pc:sldMkLst>
          <pc:docMk/>
          <pc:sldMk cId="4120374767" sldId="356"/>
        </pc:sldMkLst>
        <pc:spChg chg="del">
          <ac:chgData name="Sonia CHOYTUN" userId="a8cdc7919ccfdd04" providerId="LiveId" clId="{0EC77106-351B-4A08-909F-07418B4DDFE8}" dt="2026-05-05T23:21:22.968" v="1487" actId="21"/>
          <ac:spMkLst>
            <pc:docMk/>
            <pc:sldMk cId="4120374767" sldId="356"/>
            <ac:spMk id="3" creationId="{F14FA940-064B-63C4-287E-5B1799926621}"/>
          </ac:spMkLst>
        </pc:spChg>
        <pc:spChg chg="add mod">
          <ac:chgData name="Sonia CHOYTUN" userId="a8cdc7919ccfdd04" providerId="LiveId" clId="{0EC77106-351B-4A08-909F-07418B4DDFE8}" dt="2026-05-05T23:21:44.044" v="1495" actId="1076"/>
          <ac:spMkLst>
            <pc:docMk/>
            <pc:sldMk cId="4120374767" sldId="356"/>
            <ac:spMk id="4" creationId="{D8320325-FF65-A54B-A14E-93172E8EAC87}"/>
          </ac:spMkLst>
        </pc:spChg>
        <pc:spChg chg="add del mod">
          <ac:chgData name="Sonia CHOYTUN" userId="a8cdc7919ccfdd04" providerId="LiveId" clId="{0EC77106-351B-4A08-909F-07418B4DDFE8}" dt="2026-05-05T23:21:26.903" v="1488" actId="21"/>
          <ac:spMkLst>
            <pc:docMk/>
            <pc:sldMk cId="4120374767" sldId="356"/>
            <ac:spMk id="7" creationId="{B75D29CF-41EC-E7CB-405C-489B36666CD8}"/>
          </ac:spMkLst>
        </pc:spChg>
        <pc:spChg chg="mod">
          <ac:chgData name="Sonia CHOYTUN" userId="a8cdc7919ccfdd04" providerId="LiveId" clId="{0EC77106-351B-4A08-909F-07418B4DDFE8}" dt="2026-05-05T23:31:59.094" v="1571" actId="1076"/>
          <ac:spMkLst>
            <pc:docMk/>
            <pc:sldMk cId="4120374767" sldId="356"/>
            <ac:spMk id="11" creationId="{67B3908F-43A7-327C-D088-795B825752AA}"/>
          </ac:spMkLst>
        </pc:spChg>
        <pc:spChg chg="mod">
          <ac:chgData name="Sonia CHOYTUN" userId="a8cdc7919ccfdd04" providerId="LiveId" clId="{0EC77106-351B-4A08-909F-07418B4DDFE8}" dt="2026-05-05T23:31:06.883" v="1565" actId="14100"/>
          <ac:spMkLst>
            <pc:docMk/>
            <pc:sldMk cId="4120374767" sldId="356"/>
            <ac:spMk id="14" creationId="{8F467F89-FD85-F8C7-AA6B-C4ED63F28A1F}"/>
          </ac:spMkLst>
        </pc:spChg>
        <pc:picChg chg="add mod">
          <ac:chgData name="Sonia CHOYTUN" userId="a8cdc7919ccfdd04" providerId="LiveId" clId="{0EC77106-351B-4A08-909F-07418B4DDFE8}" dt="2026-05-05T23:21:10.944" v="1485" actId="1076"/>
          <ac:picMkLst>
            <pc:docMk/>
            <pc:sldMk cId="4120374767" sldId="356"/>
            <ac:picMk id="2" creationId="{F6AE5501-9DE1-92EC-EB8D-6456AA54CD58}"/>
          </ac:picMkLst>
        </pc:picChg>
        <pc:picChg chg="del">
          <ac:chgData name="Sonia CHOYTUN" userId="a8cdc7919ccfdd04" providerId="LiveId" clId="{0EC77106-351B-4A08-909F-07418B4DDFE8}" dt="2026-05-05T23:21:05.081" v="1482" actId="21"/>
          <ac:picMkLst>
            <pc:docMk/>
            <pc:sldMk cId="4120374767" sldId="356"/>
            <ac:picMk id="9" creationId="{3FC56EE4-05DF-E20D-0EC3-055EDA1BB9DB}"/>
          </ac:picMkLst>
        </pc:picChg>
        <pc:picChg chg="del">
          <ac:chgData name="Sonia CHOYTUN" userId="a8cdc7919ccfdd04" providerId="LiveId" clId="{0EC77106-351B-4A08-909F-07418B4DDFE8}" dt="2026-05-05T23:21:02.042" v="1481" actId="21"/>
          <ac:picMkLst>
            <pc:docMk/>
            <pc:sldMk cId="4120374767" sldId="356"/>
            <ac:picMk id="13" creationId="{D5CC4435-7CC4-F11C-C104-20E0C3F49B6B}"/>
          </ac:picMkLst>
        </pc:picChg>
      </pc:sldChg>
      <pc:sldChg chg="addSp delSp modSp add mod modTransition">
        <pc:chgData name="Sonia CHOYTUN" userId="a8cdc7919ccfdd04" providerId="LiveId" clId="{0EC77106-351B-4A08-909F-07418B4DDFE8}" dt="2026-05-06T00:11:01.723" v="1842"/>
        <pc:sldMkLst>
          <pc:docMk/>
          <pc:sldMk cId="595048345" sldId="357"/>
        </pc:sldMkLst>
        <pc:spChg chg="mod">
          <ac:chgData name="Sonia CHOYTUN" userId="a8cdc7919ccfdd04" providerId="LiveId" clId="{0EC77106-351B-4A08-909F-07418B4DDFE8}" dt="2026-05-05T23:54:56.098" v="1769" actId="14100"/>
          <ac:spMkLst>
            <pc:docMk/>
            <pc:sldMk cId="595048345" sldId="357"/>
            <ac:spMk id="2" creationId="{88A4B1F7-14DA-BE6E-332B-608E313E8EB4}"/>
          </ac:spMkLst>
        </pc:spChg>
        <pc:spChg chg="add mod">
          <ac:chgData name="Sonia CHOYTUN" userId="a8cdc7919ccfdd04" providerId="LiveId" clId="{0EC77106-351B-4A08-909F-07418B4DDFE8}" dt="2026-05-05T23:44:26.488" v="1670"/>
          <ac:spMkLst>
            <pc:docMk/>
            <pc:sldMk cId="595048345" sldId="357"/>
            <ac:spMk id="3" creationId="{394C8EA1-E13D-8033-8FEF-F1DEA238C80A}"/>
          </ac:spMkLst>
        </pc:spChg>
        <pc:spChg chg="mod">
          <ac:chgData name="Sonia CHOYTUN" userId="a8cdc7919ccfdd04" providerId="LiveId" clId="{0EC77106-351B-4A08-909F-07418B4DDFE8}" dt="2026-05-05T23:36:37.691" v="1597"/>
          <ac:spMkLst>
            <pc:docMk/>
            <pc:sldMk cId="595048345" sldId="357"/>
            <ac:spMk id="4" creationId="{CAEE536B-C58D-47DE-B793-B165AF771B7B}"/>
          </ac:spMkLst>
        </pc:spChg>
        <pc:spChg chg="del">
          <ac:chgData name="Sonia CHOYTUN" userId="a8cdc7919ccfdd04" providerId="LiveId" clId="{0EC77106-351B-4A08-909F-07418B4DDFE8}" dt="2026-05-05T23:44:25.846" v="1669" actId="478"/>
          <ac:spMkLst>
            <pc:docMk/>
            <pc:sldMk cId="595048345" sldId="357"/>
            <ac:spMk id="7" creationId="{4089C8D5-85F5-0600-2E68-3A51452DBF28}"/>
          </ac:spMkLst>
        </pc:spChg>
      </pc:sldChg>
      <pc:sldChg chg="add del">
        <pc:chgData name="Sonia CHOYTUN" userId="a8cdc7919ccfdd04" providerId="LiveId" clId="{0EC77106-351B-4A08-909F-07418B4DDFE8}" dt="2026-05-05T23:35:58.128" v="1592"/>
        <pc:sldMkLst>
          <pc:docMk/>
          <pc:sldMk cId="2276032947" sldId="357"/>
        </pc:sldMkLst>
      </pc:sldChg>
      <pc:sldChg chg="addSp delSp modSp add mod modTransition">
        <pc:chgData name="Sonia CHOYTUN" userId="a8cdc7919ccfdd04" providerId="LiveId" clId="{0EC77106-351B-4A08-909F-07418B4DDFE8}" dt="2026-05-06T00:10:56.395" v="1841"/>
        <pc:sldMkLst>
          <pc:docMk/>
          <pc:sldMk cId="2464769400" sldId="358"/>
        </pc:sldMkLst>
        <pc:spChg chg="mod">
          <ac:chgData name="Sonia CHOYTUN" userId="a8cdc7919ccfdd04" providerId="LiveId" clId="{0EC77106-351B-4A08-909F-07418B4DDFE8}" dt="2026-05-05T23:56:30.658" v="1776" actId="14100"/>
          <ac:spMkLst>
            <pc:docMk/>
            <pc:sldMk cId="2464769400" sldId="358"/>
            <ac:spMk id="2" creationId="{967E77A8-A9E3-A2BA-7A59-99FFCA4D3853}"/>
          </ac:spMkLst>
        </pc:spChg>
        <pc:spChg chg="add mod">
          <ac:chgData name="Sonia CHOYTUN" userId="a8cdc7919ccfdd04" providerId="LiveId" clId="{0EC77106-351B-4A08-909F-07418B4DDFE8}" dt="2026-05-05T23:44:22.496" v="1668"/>
          <ac:spMkLst>
            <pc:docMk/>
            <pc:sldMk cId="2464769400" sldId="358"/>
            <ac:spMk id="3" creationId="{4D906448-79E9-A990-97FF-752EA6BBB1DD}"/>
          </ac:spMkLst>
        </pc:spChg>
        <pc:spChg chg="mod">
          <ac:chgData name="Sonia CHOYTUN" userId="a8cdc7919ccfdd04" providerId="LiveId" clId="{0EC77106-351B-4A08-909F-07418B4DDFE8}" dt="2026-05-05T23:37:09.213" v="1601"/>
          <ac:spMkLst>
            <pc:docMk/>
            <pc:sldMk cId="2464769400" sldId="358"/>
            <ac:spMk id="4" creationId="{8402A6AE-A4D7-AE34-36C6-5E3D0571AA98}"/>
          </ac:spMkLst>
        </pc:spChg>
        <pc:spChg chg="del">
          <ac:chgData name="Sonia CHOYTUN" userId="a8cdc7919ccfdd04" providerId="LiveId" clId="{0EC77106-351B-4A08-909F-07418B4DDFE8}" dt="2026-05-05T23:44:21.870" v="1667" actId="478"/>
          <ac:spMkLst>
            <pc:docMk/>
            <pc:sldMk cId="2464769400" sldId="358"/>
            <ac:spMk id="7" creationId="{8380F937-CE33-DCAB-6CC0-3CD2E8E36490}"/>
          </ac:spMkLst>
        </pc:spChg>
      </pc:sldChg>
      <pc:sldChg chg="addSp delSp modSp add mod ord modTransition addAnim delAnim modAnim">
        <pc:chgData name="Sonia CHOYTUN" userId="a8cdc7919ccfdd04" providerId="LiveId" clId="{0EC77106-351B-4A08-909F-07418B4DDFE8}" dt="2026-05-06T00:19:36.841" v="1892"/>
        <pc:sldMkLst>
          <pc:docMk/>
          <pc:sldMk cId="2470082885" sldId="359"/>
        </pc:sldMkLst>
        <pc:spChg chg="mod">
          <ac:chgData name="Sonia CHOYTUN" userId="a8cdc7919ccfdd04" providerId="LiveId" clId="{0EC77106-351B-4A08-909F-07418B4DDFE8}" dt="2026-05-05T23:38:04.167" v="1606"/>
          <ac:spMkLst>
            <pc:docMk/>
            <pc:sldMk cId="2470082885" sldId="359"/>
            <ac:spMk id="2" creationId="{22803E9D-00E0-531F-1926-906D604BF843}"/>
          </ac:spMkLst>
        </pc:spChg>
        <pc:spChg chg="add mod">
          <ac:chgData name="Sonia CHOYTUN" userId="a8cdc7919ccfdd04" providerId="LiveId" clId="{0EC77106-351B-4A08-909F-07418B4DDFE8}" dt="2026-05-05T23:38:37.566" v="1611" actId="1076"/>
          <ac:spMkLst>
            <pc:docMk/>
            <pc:sldMk cId="2470082885" sldId="359"/>
            <ac:spMk id="3" creationId="{AA1CF922-7BFF-991C-D86F-DF4615E36E51}"/>
          </ac:spMkLst>
        </pc:spChg>
        <pc:spChg chg="mod">
          <ac:chgData name="Sonia CHOYTUN" userId="a8cdc7919ccfdd04" providerId="LiveId" clId="{0EC77106-351B-4A08-909F-07418B4DDFE8}" dt="2026-05-05T23:38:14.743" v="1608" actId="27636"/>
          <ac:spMkLst>
            <pc:docMk/>
            <pc:sldMk cId="2470082885" sldId="359"/>
            <ac:spMk id="4" creationId="{F4E013E9-2ADF-4AC7-FB01-FBBB1A1FF91A}"/>
          </ac:spMkLst>
        </pc:spChg>
        <pc:spChg chg="add del mod">
          <ac:chgData name="Sonia CHOYTUN" userId="a8cdc7919ccfdd04" providerId="LiveId" clId="{0EC77106-351B-4A08-909F-07418B4DDFE8}" dt="2026-05-05T23:45:34.224" v="1683" actId="1076"/>
          <ac:spMkLst>
            <pc:docMk/>
            <pc:sldMk cId="2470082885" sldId="359"/>
            <ac:spMk id="7" creationId="{B14E755D-D8DD-2125-91FC-FECC64072439}"/>
          </ac:spMkLst>
        </pc:spChg>
        <pc:picChg chg="add mod">
          <ac:chgData name="Sonia CHOYTUN" userId="a8cdc7919ccfdd04" providerId="LiveId" clId="{0EC77106-351B-4A08-909F-07418B4DDFE8}" dt="2026-05-05T23:45:31.324" v="1682" actId="1076"/>
          <ac:picMkLst>
            <pc:docMk/>
            <pc:sldMk cId="2470082885" sldId="359"/>
            <ac:picMk id="6" creationId="{3B057493-FEF8-49D7-F71F-62D489801028}"/>
          </ac:picMkLst>
        </pc:picChg>
        <pc:picChg chg="add mod">
          <ac:chgData name="Sonia CHOYTUN" userId="a8cdc7919ccfdd04" providerId="LiveId" clId="{0EC77106-351B-4A08-909F-07418B4DDFE8}" dt="2026-05-05T23:46:01.420" v="1687" actId="1076"/>
          <ac:picMkLst>
            <pc:docMk/>
            <pc:sldMk cId="2470082885" sldId="359"/>
            <ac:picMk id="8" creationId="{C4D6923E-07FB-B226-6BC8-8F84483B67C0}"/>
          </ac:picMkLst>
        </pc:picChg>
        <pc:picChg chg="add mod">
          <ac:chgData name="Sonia CHOYTUN" userId="a8cdc7919ccfdd04" providerId="LiveId" clId="{0EC77106-351B-4A08-909F-07418B4DDFE8}" dt="2026-05-06T00:01:08.236" v="1799" actId="1076"/>
          <ac:picMkLst>
            <pc:docMk/>
            <pc:sldMk cId="2470082885" sldId="359"/>
            <ac:picMk id="9" creationId="{6115967B-DB32-EF3B-9308-FE638A99F2AF}"/>
          </ac:picMkLst>
        </pc:picChg>
      </pc:sldChg>
      <pc:sldChg chg="modSp add mod modTransition">
        <pc:chgData name="Sonia CHOYTUN" userId="a8cdc7919ccfdd04" providerId="LiveId" clId="{0EC77106-351B-4A08-909F-07418B4DDFE8}" dt="2026-05-06T00:11:21.751" v="1846"/>
        <pc:sldMkLst>
          <pc:docMk/>
          <pc:sldMk cId="3083323542" sldId="360"/>
        </pc:sldMkLst>
        <pc:spChg chg="mod">
          <ac:chgData name="Sonia CHOYTUN" userId="a8cdc7919ccfdd04" providerId="LiveId" clId="{0EC77106-351B-4A08-909F-07418B4DDFE8}" dt="2026-05-05T23:40:24.744" v="1624"/>
          <ac:spMkLst>
            <pc:docMk/>
            <pc:sldMk cId="3083323542" sldId="360"/>
            <ac:spMk id="2" creationId="{F2E231D5-13C9-019E-2339-38547E5D71C6}"/>
          </ac:spMkLst>
        </pc:spChg>
        <pc:spChg chg="mod">
          <ac:chgData name="Sonia CHOYTUN" userId="a8cdc7919ccfdd04" providerId="LiveId" clId="{0EC77106-351B-4A08-909F-07418B4DDFE8}" dt="2026-05-05T23:40:37.432" v="1630" actId="27636"/>
          <ac:spMkLst>
            <pc:docMk/>
            <pc:sldMk cId="3083323542" sldId="360"/>
            <ac:spMk id="4" creationId="{9CFCE1EF-E63B-A82B-0715-8999CD59F322}"/>
          </ac:spMkLst>
        </pc:spChg>
      </pc:sldChg>
      <pc:sldChg chg="modSp add modTransition">
        <pc:chgData name="Sonia CHOYTUN" userId="a8cdc7919ccfdd04" providerId="LiveId" clId="{0EC77106-351B-4A08-909F-07418B4DDFE8}" dt="2026-05-06T00:11:24.467" v="1847"/>
        <pc:sldMkLst>
          <pc:docMk/>
          <pc:sldMk cId="2375493876" sldId="361"/>
        </pc:sldMkLst>
        <pc:spChg chg="mod">
          <ac:chgData name="Sonia CHOYTUN" userId="a8cdc7919ccfdd04" providerId="LiveId" clId="{0EC77106-351B-4A08-909F-07418B4DDFE8}" dt="2026-05-05T23:40:55.501" v="1633"/>
          <ac:spMkLst>
            <pc:docMk/>
            <pc:sldMk cId="2375493876" sldId="361"/>
            <ac:spMk id="2" creationId="{C7FF7315-78CA-4F47-CCA9-552A63FD30D2}"/>
          </ac:spMkLst>
        </pc:spChg>
        <pc:spChg chg="mod">
          <ac:chgData name="Sonia CHOYTUN" userId="a8cdc7919ccfdd04" providerId="LiveId" clId="{0EC77106-351B-4A08-909F-07418B4DDFE8}" dt="2026-05-05T23:41:02.946" v="1634"/>
          <ac:spMkLst>
            <pc:docMk/>
            <pc:sldMk cId="2375493876" sldId="361"/>
            <ac:spMk id="4" creationId="{DB126211-7485-438D-4226-33F1532DC476}"/>
          </ac:spMkLst>
        </pc:spChg>
      </pc:sldChg>
      <pc:sldChg chg="addSp delSp modSp add mod modTransition delAnim modAnim">
        <pc:chgData name="Sonia CHOYTUN" userId="a8cdc7919ccfdd04" providerId="LiveId" clId="{0EC77106-351B-4A08-909F-07418B4DDFE8}" dt="2026-05-06T00:17:45.666" v="1877" actId="1076"/>
        <pc:sldMkLst>
          <pc:docMk/>
          <pc:sldMk cId="3142662273" sldId="362"/>
        </pc:sldMkLst>
        <pc:spChg chg="mod">
          <ac:chgData name="Sonia CHOYTUN" userId="a8cdc7919ccfdd04" providerId="LiveId" clId="{0EC77106-351B-4A08-909F-07418B4DDFE8}" dt="2026-05-05T23:41:53.752" v="1647" actId="20577"/>
          <ac:spMkLst>
            <pc:docMk/>
            <pc:sldMk cId="3142662273" sldId="362"/>
            <ac:spMk id="2" creationId="{4F2EAEAA-1C47-A9E1-3B5F-F5F89D32BD33}"/>
          </ac:spMkLst>
        </pc:spChg>
        <pc:spChg chg="mod">
          <ac:chgData name="Sonia CHOYTUN" userId="a8cdc7919ccfdd04" providerId="LiveId" clId="{0EC77106-351B-4A08-909F-07418B4DDFE8}" dt="2026-05-05T23:42:06.202" v="1648"/>
          <ac:spMkLst>
            <pc:docMk/>
            <pc:sldMk cId="3142662273" sldId="362"/>
            <ac:spMk id="3" creationId="{F9383C8C-589D-D828-9A07-D188DDD79B34}"/>
          </ac:spMkLst>
        </pc:spChg>
        <pc:spChg chg="del">
          <ac:chgData name="Sonia CHOYTUN" userId="a8cdc7919ccfdd04" providerId="LiveId" clId="{0EC77106-351B-4A08-909F-07418B4DDFE8}" dt="2026-05-05T23:43:56.774" v="1661" actId="478"/>
          <ac:spMkLst>
            <pc:docMk/>
            <pc:sldMk cId="3142662273" sldId="362"/>
            <ac:spMk id="5" creationId="{7C212FD6-D4F4-67E6-37AF-7B02699B8383}"/>
          </ac:spMkLst>
        </pc:spChg>
        <pc:spChg chg="add mod">
          <ac:chgData name="Sonia CHOYTUN" userId="a8cdc7919ccfdd04" providerId="LiveId" clId="{0EC77106-351B-4A08-909F-07418B4DDFE8}" dt="2026-05-05T23:43:57.525" v="1662"/>
          <ac:spMkLst>
            <pc:docMk/>
            <pc:sldMk cId="3142662273" sldId="362"/>
            <ac:spMk id="7" creationId="{EF1B7DF1-2D11-3161-84E0-120F0CF450FC}"/>
          </ac:spMkLst>
        </pc:spChg>
        <pc:spChg chg="del">
          <ac:chgData name="Sonia CHOYTUN" userId="a8cdc7919ccfdd04" providerId="LiveId" clId="{0EC77106-351B-4A08-909F-07418B4DDFE8}" dt="2026-05-05T23:41:42.121" v="1644" actId="21"/>
          <ac:spMkLst>
            <pc:docMk/>
            <pc:sldMk cId="3142662273" sldId="362"/>
            <ac:spMk id="16" creationId="{92D30226-7690-F159-4491-310E209E8460}"/>
          </ac:spMkLst>
        </pc:spChg>
        <pc:picChg chg="del">
          <ac:chgData name="Sonia CHOYTUN" userId="a8cdc7919ccfdd04" providerId="LiveId" clId="{0EC77106-351B-4A08-909F-07418B4DDFE8}" dt="2026-05-05T23:41:38.675" v="1642" actId="21"/>
          <ac:picMkLst>
            <pc:docMk/>
            <pc:sldMk cId="3142662273" sldId="362"/>
            <ac:picMk id="4" creationId="{F90FADFF-61C2-4908-9D37-E2C3D8A30316}"/>
          </ac:picMkLst>
        </pc:picChg>
        <pc:picChg chg="add mod">
          <ac:chgData name="Sonia CHOYTUN" userId="a8cdc7919ccfdd04" providerId="LiveId" clId="{0EC77106-351B-4A08-909F-07418B4DDFE8}" dt="2026-05-06T00:17:45.666" v="1877" actId="1076"/>
          <ac:picMkLst>
            <pc:docMk/>
            <pc:sldMk cId="3142662273" sldId="362"/>
            <ac:picMk id="6" creationId="{2E575EE9-A074-182E-67FA-922C18B70143}"/>
          </ac:picMkLst>
        </pc:picChg>
      </pc:sldChg>
      <pc:sldChg chg="modSp add mod modTransition">
        <pc:chgData name="Sonia CHOYTUN" userId="a8cdc7919ccfdd04" providerId="LiveId" clId="{0EC77106-351B-4A08-909F-07418B4DDFE8}" dt="2026-05-06T00:11:30.696" v="1848"/>
        <pc:sldMkLst>
          <pc:docMk/>
          <pc:sldMk cId="2495673782" sldId="363"/>
        </pc:sldMkLst>
        <pc:spChg chg="mod">
          <ac:chgData name="Sonia CHOYTUN" userId="a8cdc7919ccfdd04" providerId="LiveId" clId="{0EC77106-351B-4A08-909F-07418B4DDFE8}" dt="2026-05-05T23:42:38.469" v="1652"/>
          <ac:spMkLst>
            <pc:docMk/>
            <pc:sldMk cId="2495673782" sldId="363"/>
            <ac:spMk id="2" creationId="{540BAC4E-CCAA-D1D6-03ED-FE58F31727B8}"/>
          </ac:spMkLst>
        </pc:spChg>
        <pc:spChg chg="mod">
          <ac:chgData name="Sonia CHOYTUN" userId="a8cdc7919ccfdd04" providerId="LiveId" clId="{0EC77106-351B-4A08-909F-07418B4DDFE8}" dt="2026-05-05T23:42:51.944" v="1654" actId="12"/>
          <ac:spMkLst>
            <pc:docMk/>
            <pc:sldMk cId="2495673782" sldId="363"/>
            <ac:spMk id="4" creationId="{466FEEDA-DD28-0867-02E0-EB993096800B}"/>
          </ac:spMkLst>
        </pc:spChg>
      </pc:sldChg>
      <pc:sldChg chg="modSp add mod modTransition">
        <pc:chgData name="Sonia CHOYTUN" userId="a8cdc7919ccfdd04" providerId="LiveId" clId="{0EC77106-351B-4A08-909F-07418B4DDFE8}" dt="2026-05-06T00:11:33.686" v="1849"/>
        <pc:sldMkLst>
          <pc:docMk/>
          <pc:sldMk cId="125327511" sldId="364"/>
        </pc:sldMkLst>
        <pc:spChg chg="mod">
          <ac:chgData name="Sonia CHOYTUN" userId="a8cdc7919ccfdd04" providerId="LiveId" clId="{0EC77106-351B-4A08-909F-07418B4DDFE8}" dt="2026-05-05T23:43:09.947" v="1657"/>
          <ac:spMkLst>
            <pc:docMk/>
            <pc:sldMk cId="125327511" sldId="364"/>
            <ac:spMk id="2" creationId="{C44CDF2C-459F-5FAF-95B9-2B74E4115F34}"/>
          </ac:spMkLst>
        </pc:spChg>
        <pc:spChg chg="mod">
          <ac:chgData name="Sonia CHOYTUN" userId="a8cdc7919ccfdd04" providerId="LiveId" clId="{0EC77106-351B-4A08-909F-07418B4DDFE8}" dt="2026-05-05T23:43:23.472" v="1659" actId="12"/>
          <ac:spMkLst>
            <pc:docMk/>
            <pc:sldMk cId="125327511" sldId="364"/>
            <ac:spMk id="4" creationId="{840E0FDC-06D0-9B85-BE61-AD4196622333}"/>
          </ac:spMkLst>
        </pc:spChg>
      </pc:sldChg>
      <pc:sldChg chg="addSp delSp modSp add mod modTransition addAnim delAnim modAnim">
        <pc:chgData name="Sonia CHOYTUN" userId="a8cdc7919ccfdd04" providerId="LiveId" clId="{0EC77106-351B-4A08-909F-07418B4DDFE8}" dt="2026-05-06T00:17:25.682" v="1870" actId="1076"/>
        <pc:sldMkLst>
          <pc:docMk/>
          <pc:sldMk cId="382303671" sldId="365"/>
        </pc:sldMkLst>
        <pc:spChg chg="mod">
          <ac:chgData name="Sonia CHOYTUN" userId="a8cdc7919ccfdd04" providerId="LiveId" clId="{0EC77106-351B-4A08-909F-07418B4DDFE8}" dt="2026-05-05T23:51:36.417" v="1757" actId="14100"/>
          <ac:spMkLst>
            <pc:docMk/>
            <pc:sldMk cId="382303671" sldId="365"/>
            <ac:spMk id="2" creationId="{EFB493D1-8DEA-644D-781F-1F66F2975C73}"/>
          </ac:spMkLst>
        </pc:spChg>
        <pc:spChg chg="del">
          <ac:chgData name="Sonia CHOYTUN" userId="a8cdc7919ccfdd04" providerId="LiveId" clId="{0EC77106-351B-4A08-909F-07418B4DDFE8}" dt="2026-05-05T23:47:54.074" v="1699" actId="21"/>
          <ac:spMkLst>
            <pc:docMk/>
            <pc:sldMk cId="382303671" sldId="365"/>
            <ac:spMk id="3" creationId="{35EAA6FB-BAA7-A02D-DA2C-12AF32AC11C2}"/>
          </ac:spMkLst>
        </pc:spChg>
        <pc:spChg chg="add mod">
          <ac:chgData name="Sonia CHOYTUN" userId="a8cdc7919ccfdd04" providerId="LiveId" clId="{0EC77106-351B-4A08-909F-07418B4DDFE8}" dt="2026-05-05T23:48:16.386" v="1704" actId="1076"/>
          <ac:spMkLst>
            <pc:docMk/>
            <pc:sldMk cId="382303671" sldId="365"/>
            <ac:spMk id="4" creationId="{3EE55842-D015-1CBD-E75B-009A9B5C3178}"/>
          </ac:spMkLst>
        </pc:spChg>
        <pc:spChg chg="add del">
          <ac:chgData name="Sonia CHOYTUN" userId="a8cdc7919ccfdd04" providerId="LiveId" clId="{0EC77106-351B-4A08-909F-07418B4DDFE8}" dt="2026-05-06T00:17:19.898" v="1869" actId="21"/>
          <ac:spMkLst>
            <pc:docMk/>
            <pc:sldMk cId="382303671" sldId="365"/>
            <ac:spMk id="16" creationId="{39903DA4-F879-5A69-81AE-F738D0360BF6}"/>
          </ac:spMkLst>
        </pc:spChg>
        <pc:picChg chg="add del mod">
          <ac:chgData name="Sonia CHOYTUN" userId="a8cdc7919ccfdd04" providerId="LiveId" clId="{0EC77106-351B-4A08-909F-07418B4DDFE8}" dt="2026-05-06T00:17:25.682" v="1870" actId="1076"/>
          <ac:picMkLst>
            <pc:docMk/>
            <pc:sldMk cId="382303671" sldId="365"/>
            <ac:picMk id="5" creationId="{8EECB959-F0D5-53A5-BF2E-911209DB46C5}"/>
          </ac:picMkLst>
        </pc:picChg>
        <pc:picChg chg="del">
          <ac:chgData name="Sonia CHOYTUN" userId="a8cdc7919ccfdd04" providerId="LiveId" clId="{0EC77106-351B-4A08-909F-07418B4DDFE8}" dt="2026-05-05T23:48:24.132" v="1705" actId="478"/>
          <ac:picMkLst>
            <pc:docMk/>
            <pc:sldMk cId="382303671" sldId="365"/>
            <ac:picMk id="6" creationId="{2C8C4E9D-9A36-E02C-479B-7EA343A13CB0}"/>
          </ac:picMkLst>
        </pc:picChg>
        <pc:picChg chg="add del mod">
          <ac:chgData name="Sonia CHOYTUN" userId="a8cdc7919ccfdd04" providerId="LiveId" clId="{0EC77106-351B-4A08-909F-07418B4DDFE8}" dt="2026-05-05T23:49:30.578" v="1725" actId="478"/>
          <ac:picMkLst>
            <pc:docMk/>
            <pc:sldMk cId="382303671" sldId="365"/>
            <ac:picMk id="7" creationId="{D3997F45-9A65-7005-4FC0-C4BDFC5548EA}"/>
          </ac:picMkLst>
        </pc:picChg>
      </pc:sldChg>
      <pc:sldChg chg="addSp delSp modSp add mod modTransition delAnim modAnim">
        <pc:chgData name="Sonia CHOYTUN" userId="a8cdc7919ccfdd04" providerId="LiveId" clId="{0EC77106-351B-4A08-909F-07418B4DDFE8}" dt="2026-05-06T00:26:30.222" v="1946" actId="1076"/>
        <pc:sldMkLst>
          <pc:docMk/>
          <pc:sldMk cId="253678627" sldId="366"/>
        </pc:sldMkLst>
        <pc:spChg chg="mod">
          <ac:chgData name="Sonia CHOYTUN" userId="a8cdc7919ccfdd04" providerId="LiveId" clId="{0EC77106-351B-4A08-909F-07418B4DDFE8}" dt="2026-05-05T23:51:19.311" v="1755" actId="1076"/>
          <ac:spMkLst>
            <pc:docMk/>
            <pc:sldMk cId="253678627" sldId="366"/>
            <ac:spMk id="2" creationId="{D7B73A45-EFF5-2051-C5C3-0B93638D2286}"/>
          </ac:spMkLst>
        </pc:spChg>
        <pc:spChg chg="mod">
          <ac:chgData name="Sonia CHOYTUN" userId="a8cdc7919ccfdd04" providerId="LiveId" clId="{0EC77106-351B-4A08-909F-07418B4DDFE8}" dt="2026-05-05T23:48:56.534" v="1712" actId="27636"/>
          <ac:spMkLst>
            <pc:docMk/>
            <pc:sldMk cId="253678627" sldId="366"/>
            <ac:spMk id="4" creationId="{A7561DD6-289B-8C4C-E28E-BEAC5F53D208}"/>
          </ac:spMkLst>
        </pc:spChg>
        <pc:spChg chg="del">
          <ac:chgData name="Sonia CHOYTUN" userId="a8cdc7919ccfdd04" providerId="LiveId" clId="{0EC77106-351B-4A08-909F-07418B4DDFE8}" dt="2026-05-06T00:26:27.623" v="1945" actId="21"/>
          <ac:spMkLst>
            <pc:docMk/>
            <pc:sldMk cId="253678627" sldId="366"/>
            <ac:spMk id="16" creationId="{B46D7B9A-76C0-B1F8-91A4-9852CF4FBEF4}"/>
          </ac:spMkLst>
        </pc:spChg>
        <pc:picChg chg="add del mod">
          <ac:chgData name="Sonia CHOYTUN" userId="a8cdc7919ccfdd04" providerId="LiveId" clId="{0EC77106-351B-4A08-909F-07418B4DDFE8}" dt="2026-05-05T23:49:34.631" v="1726" actId="478"/>
          <ac:picMkLst>
            <pc:docMk/>
            <pc:sldMk cId="253678627" sldId="366"/>
            <ac:picMk id="3" creationId="{F898C442-5CB5-BE19-1B7E-89F7A344686F}"/>
          </ac:picMkLst>
        </pc:picChg>
        <pc:picChg chg="del">
          <ac:chgData name="Sonia CHOYTUN" userId="a8cdc7919ccfdd04" providerId="LiveId" clId="{0EC77106-351B-4A08-909F-07418B4DDFE8}" dt="2026-05-05T23:49:02.852" v="1713" actId="478"/>
          <ac:picMkLst>
            <pc:docMk/>
            <pc:sldMk cId="253678627" sldId="366"/>
            <ac:picMk id="5" creationId="{978B258B-8E37-F127-1C1D-1EE3BB4C6EFC}"/>
          </ac:picMkLst>
        </pc:picChg>
        <pc:picChg chg="add mod">
          <ac:chgData name="Sonia CHOYTUN" userId="a8cdc7919ccfdd04" providerId="LiveId" clId="{0EC77106-351B-4A08-909F-07418B4DDFE8}" dt="2026-05-06T00:26:30.222" v="1946" actId="1076"/>
          <ac:picMkLst>
            <pc:docMk/>
            <pc:sldMk cId="253678627" sldId="366"/>
            <ac:picMk id="6" creationId="{1F9413FB-1D83-00FF-E046-1BF5F1FCF67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A7C9947C-0B99-4CC9-AA3C-4A4AC8D4662C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20BD0AB-C59E-4A46-83D3-F07787446BA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A2A7-7E93-9417-0F71-1A397EFA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645E4EF-6890-85E8-53A6-36029D2B0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B03B015-1FFD-09BE-30E3-1FC338BF2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5600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A10FC-CE03-8EE3-60C1-E4B617C9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F4CC0F5-2E58-78CD-3B72-46132E5D7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4A6E25-4366-92F8-0235-00D23B92C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7984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4C3F-9D12-3180-A55C-918F6781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A43D4A9-A807-7D00-CE11-70F60B837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BC6DA97-437F-91EA-9080-87BFE79C0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5147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046A-F358-D1F6-2869-19228534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BDDCB42-4C52-51C2-5D96-A1A1733C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12E358E-252A-842F-C747-611D46ED7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5931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55D9C-7100-4F5C-D300-21BDB95B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5391ACD-2237-0575-111B-84CF7606A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0BF87F0-F547-2186-650B-07058A8F4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2703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D0A8-BA96-96E9-8EA5-F1D1C7EC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79C88D3-7DCA-B4EB-121F-E70A3F578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9CD55E3-8D24-AA07-1B86-A34D952BE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0689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2E61-C342-073F-F0DE-9B4E1161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B1B3EED-57C9-B038-5BFA-545453054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C1F0BC3-F25E-BA3F-E079-038F63617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8356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DBE59-FB0A-E5C3-C735-9118BA20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289A6FC-6C75-361E-50E5-B93AFCEA3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96D615E-B155-815F-A93A-CEE7FF619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7389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6F37B-3801-0FF6-0967-C8F074E7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04E1424-D356-6967-C0E8-DB371A879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12B0580-CA3F-1E1A-5865-C006BC277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6479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32C1-F3DD-A7F3-E843-35303F47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593485C-ABF1-5A07-F7E2-3E0EC0555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5220635-FC95-5950-4A7A-AD704209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4785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1620-A7FF-A02B-2B9E-FD3F4471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8F5C4B8-A60C-8456-64CA-F97C44853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E437076-B9F8-F2E6-5CF3-F21C61E41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4440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3D0F3-B13F-7DE5-0692-5AD2C056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C7B7152-7A90-AB4F-EDC6-DCAEBE21C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292947A-97D2-9B9E-509C-2FBDDE8A0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4539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8810-AA6F-3607-01AA-23286F97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C78EB44-A746-CC04-0783-E9B769504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1BAE9C8-57FB-3375-39C1-D24EC2C59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0832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BB36-D0BD-BE45-B962-44D69758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2244F83-E5AC-C330-8AE1-D4B042A67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C7E8921-6723-5CA6-B047-41AEF3207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300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5B1A7-00BB-0AC7-EBE8-E1774698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46FFB2B-B3B4-2735-8718-5C5FCFCE3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6541826-788B-DD6E-0D66-B8C2B0B5C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79850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5087-C977-14F9-5335-50BAF5528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C02D8ACB-43D7-652A-BFA6-136D7A0AF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6FE69F6-20E7-B3C9-3D50-28C59810A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18710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A1910-D404-AAD0-A52E-B81823FF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6039598-3FCF-477D-C0C9-D16A49154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21289AD-450D-A084-354D-0ADFEC797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1690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6EB0-56B3-1045-409F-60BA22E0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5625776-1BE5-DDD4-3040-A18DA5AFF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CB37446-3119-A0DA-1F39-DFB4B7C3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05512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0" name="Freeform: Forme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reeform: Form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4" name="Image 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fr-F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fr-FR" sz="18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Forme 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15" name="Freeform: Forme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 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36" name="Forme libre 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lvl="0" algn="ctr" rtl="0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52" name="Espace réservé d’image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 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3" name="Freeform: Forme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Forme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1" name="Forme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3" name="Image 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3" name="Image 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Forme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Image 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9" name="Image 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 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contenu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5" name="Espace réservé du contenu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fr-F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fr-F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indent="-283464">
              <a:spcBef>
                <a:spcPts val="1000"/>
              </a:spcBef>
              <a:defRPr lang="fr-FR" sz="1800"/>
            </a:lvl2pPr>
            <a:lvl3pPr indent="-283464">
              <a:spcBef>
                <a:spcPts val="1000"/>
              </a:spcBef>
              <a:defRPr lang="fr-FR" sz="1800"/>
            </a:lvl3pPr>
            <a:lvl4pPr indent="-283464">
              <a:spcBef>
                <a:spcPts val="1000"/>
              </a:spcBef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Forme 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21" name="Forme libre : Forme 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Forme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 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4" name="Espace réservé du numéro de diapositiv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6" name="Image 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21" name="Image 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e libre 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Image 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fr-FR" sz="1800"/>
            </a:lvl1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fr-FR" sz="1800"/>
            </a:lvl1pPr>
            <a:lvl2pPr>
              <a:defRPr lang="fr-FR" sz="1800"/>
            </a:lvl2pPr>
            <a:lvl3pPr>
              <a:defRPr lang="fr-FR" sz="1800"/>
            </a:lvl3pPr>
            <a:lvl4pPr>
              <a:defRPr lang="fr-FR" sz="1800"/>
            </a:lvl4pPr>
            <a:lvl5pPr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sme 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9" name="Forme lib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7" name="Espace réservé du numéro de diapositiv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3" name="Graphisme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sme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 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Forme 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9" name="Image 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fr-FR"/>
            </a:def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fr-FR" sz="28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fr-F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fr-F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iriusofficesolutions.com/solutions/disaster-recovery-service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github.com/celestin211/Dynatrace_Formation" TargetMode="External"/><Relationship Id="rId5" Type="http://schemas.openxmlformats.org/officeDocument/2006/relationships/hyperlink" Target="https://community.dynatrace.com/" TargetMode="External"/><Relationship Id="rId4" Type="http://schemas.openxmlformats.org/officeDocument/2006/relationships/hyperlink" Target="https://docs.dynatrace.com/doc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celestin211/Dynatrace_Formation" TargetMode="External"/><Relationship Id="rId5" Type="http://schemas.openxmlformats.org/officeDocument/2006/relationships/hyperlink" Target="https://celestinbosongoservices.com/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7348" y="1706494"/>
            <a:ext cx="6437303" cy="2200630"/>
          </a:xfrm>
        </p:spPr>
        <p:txBody>
          <a:bodyPr rtlCol="0" anchor="ctr"/>
          <a:lstStyle>
            <a:defPPr>
              <a:defRPr lang="fr-FR"/>
            </a:defPPr>
          </a:lstStyle>
          <a:p>
            <a:pPr rtl="0"/>
            <a:r>
              <a:rPr lang="fr-FR" dirty="0"/>
              <a:t>FORMTION </a:t>
            </a:r>
            <a:r>
              <a:rPr lang="fr-FR" dirty="0" err="1"/>
              <a:t>dynatrace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1CC6D9-4FBC-0EC9-1327-BD80724CB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897" y="-126460"/>
            <a:ext cx="5190988" cy="259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819373"/>
            <a:ext cx="8715375" cy="769258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PROGRAMME de la session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7391400" cy="3207344"/>
          </a:xfrm>
        </p:spPr>
        <p:txBody>
          <a:bodyPr rtlCol="0">
            <a:normAutofit fontScale="85000" lnSpcReduction="10000"/>
          </a:bodyPr>
          <a:lstStyle>
            <a:defPPr>
              <a:defRPr lang="fr-FR"/>
            </a:defPPr>
          </a:lstStyle>
          <a:p>
            <a:r>
              <a:rPr lang="fr-FR" dirty="0"/>
              <a:t>Ouverture - Objectifs, contexte et méthode (10 min)</a:t>
            </a:r>
          </a:p>
          <a:p>
            <a:r>
              <a:rPr lang="fr-FR" dirty="0"/>
              <a:t>Module 1 –Fondamentaux </a:t>
            </a:r>
            <a:r>
              <a:rPr lang="fr-FR" dirty="0" err="1"/>
              <a:t>Dynatrace</a:t>
            </a:r>
            <a:r>
              <a:rPr lang="fr-FR" dirty="0"/>
              <a:t> (20 min)</a:t>
            </a:r>
          </a:p>
          <a:p>
            <a:r>
              <a:rPr lang="fr-FR" dirty="0"/>
              <a:t>Module 2 – Navigation &amp; lecture de l'état plateforme (40 min)</a:t>
            </a:r>
          </a:p>
          <a:p>
            <a:r>
              <a:rPr lang="fr-FR" dirty="0"/>
              <a:t>Pause (15 min )</a:t>
            </a:r>
          </a:p>
          <a:p>
            <a:r>
              <a:rPr lang="fr-FR" dirty="0"/>
              <a:t>Module 3 – Logs, Métriques &amp; Alertes (45 min )</a:t>
            </a:r>
          </a:p>
          <a:p>
            <a:r>
              <a:rPr lang="fr-FR" dirty="0"/>
              <a:t>Module 4 – Construire un </a:t>
            </a:r>
            <a:r>
              <a:rPr lang="fr-FR" dirty="0" err="1"/>
              <a:t>dashboard</a:t>
            </a:r>
            <a:r>
              <a:rPr lang="fr-FR" dirty="0"/>
              <a:t> utile (35 min)</a:t>
            </a:r>
          </a:p>
          <a:p>
            <a:r>
              <a:rPr lang="fr-FR" dirty="0"/>
              <a:t>Module 5 - Synthèse, validation, plan d'action (15 min)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0C8A88-1E08-8B91-DDE7-A88C46940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8374"/>
            <a:ext cx="2811561" cy="1405781"/>
          </a:xfrm>
          <a:prstGeom prst="rect">
            <a:avLst/>
          </a:prstGeom>
        </p:spPr>
      </p:pic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EE8C6488-1A0F-E084-2B0E-44992DE88175}"/>
              </a:ext>
            </a:extLst>
          </p:cNvPr>
          <p:cNvSpPr/>
          <p:nvPr/>
        </p:nvSpPr>
        <p:spPr>
          <a:xfrm>
            <a:off x="8987810" y="3091845"/>
            <a:ext cx="723321" cy="674310"/>
          </a:xfrm>
          <a:prstGeom prst="flowChartConnector">
            <a:avLst/>
          </a:prstGeom>
          <a:solidFill>
            <a:srgbClr val="CCBE89"/>
          </a:solidFill>
          <a:ln>
            <a:solidFill>
              <a:srgbClr val="C8D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88" y="235809"/>
            <a:ext cx="7211111" cy="2495028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OBJECTIFS de la session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988" y="3105859"/>
            <a:ext cx="7566981" cy="2233233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Comprendre la logique observabilité de </a:t>
            </a:r>
            <a:r>
              <a:rPr lang="fr-FR" sz="1800" dirty="0" err="1"/>
              <a:t>Dynatrace</a:t>
            </a:r>
            <a:endParaRPr lang="fr-F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Savoir diagnostiquer un incident en suivant une méthode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Construire un </a:t>
            </a:r>
            <a:r>
              <a:rPr lang="fr-FR" sz="1800" dirty="0" err="1"/>
              <a:t>dashboard</a:t>
            </a:r>
            <a:r>
              <a:rPr lang="fr-FR" sz="1800" dirty="0"/>
              <a:t> exploitable par une équipe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Valider les acquis avec un quiz de fin de session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1800" dirty="0"/>
              <a:t>Exécuter un </a:t>
            </a:r>
            <a:r>
              <a:rPr lang="fr-FR" sz="1800" dirty="0" err="1"/>
              <a:t>Kubernetes</a:t>
            </a:r>
            <a:r>
              <a:rPr lang="fr-FR" sz="1800" dirty="0"/>
              <a:t> + </a:t>
            </a:r>
            <a:r>
              <a:rPr lang="fr-FR" sz="1800" dirty="0" err="1"/>
              <a:t>Dynatrace</a:t>
            </a:r>
            <a:endParaRPr lang="fr-FR" sz="1800" dirty="0"/>
          </a:p>
        </p:txBody>
      </p:sp>
      <p:pic>
        <p:nvPicPr>
          <p:cNvPr id="9" name="Image 8" descr="Professional Meeting">
            <a:extLst>
              <a:ext uri="{FF2B5EF4-FFF2-40B4-BE49-F238E27FC236}">
                <a16:creationId xmlns:a16="http://schemas.microsoft.com/office/drawing/2014/main" id="{646A5E8D-0F35-9D4C-93E4-528389ED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59" y="835995"/>
            <a:ext cx="4373512" cy="47964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92CFF86-ABBD-D629-C413-C37357294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89" y="5452219"/>
            <a:ext cx="2811561" cy="14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8F969-A39E-1EE5-BB64-5804B6C9A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194EB8-9590-6DF2-EB62-836335CC2650}"/>
              </a:ext>
            </a:extLst>
          </p:cNvPr>
          <p:cNvSpPr txBox="1">
            <a:spLocks/>
          </p:cNvSpPr>
          <p:nvPr/>
        </p:nvSpPr>
        <p:spPr>
          <a:xfrm>
            <a:off x="3545088" y="2355831"/>
            <a:ext cx="6108827" cy="52171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/>
              <a:t>Comprendre la valeur de </a:t>
            </a:r>
            <a:r>
              <a:rPr lang="fr-FR" sz="1600" dirty="0" err="1"/>
              <a:t>Dynatrace</a:t>
            </a:r>
            <a:r>
              <a:rPr lang="fr-FR" sz="1600" dirty="0"/>
              <a:t> avant la prise en main</a:t>
            </a:r>
          </a:p>
          <a:p>
            <a:r>
              <a:rPr lang="fr-FR" sz="1600" dirty="0"/>
              <a:t>Distinguer métriques, logs, traces et topologie</a:t>
            </a:r>
          </a:p>
          <a:p>
            <a:r>
              <a:rPr lang="fr-FR" sz="1600" dirty="0"/>
              <a:t>Identifier le rôle de Davis AI sur la cause racine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BE01C2B-A414-6A63-F166-0785D39B3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5" y="5078245"/>
            <a:ext cx="2731140" cy="1365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33AFDC8-3047-CACB-35A6-5D7A4DCF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089" y="1168923"/>
            <a:ext cx="6324775" cy="75414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Objectif MODULE 1</a:t>
            </a:r>
            <a:endParaRPr lang="fr-FR" b="0" dirty="0"/>
          </a:p>
        </p:txBody>
      </p:sp>
      <p:pic>
        <p:nvPicPr>
          <p:cNvPr id="4" name="Image 3" descr="Collaborative Brainstorming">
            <a:extLst>
              <a:ext uri="{FF2B5EF4-FFF2-40B4-BE49-F238E27FC236}">
                <a16:creationId xmlns:a16="http://schemas.microsoft.com/office/drawing/2014/main" id="{633FAA21-6561-798B-4CFB-B5CD23694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671" y="2393741"/>
            <a:ext cx="2712385" cy="317342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Organigramme : Connecteur 4">
            <a:extLst>
              <a:ext uri="{FF2B5EF4-FFF2-40B4-BE49-F238E27FC236}">
                <a16:creationId xmlns:a16="http://schemas.microsoft.com/office/drawing/2014/main" id="{0D0E704E-82E5-C6F8-FF9C-09958B47655E}"/>
              </a:ext>
            </a:extLst>
          </p:cNvPr>
          <p:cNvSpPr/>
          <p:nvPr/>
        </p:nvSpPr>
        <p:spPr>
          <a:xfrm>
            <a:off x="709645" y="414185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8525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Dynatrace</a:t>
            </a:r>
            <a:r>
              <a:rPr lang="fr-FR" dirty="0"/>
              <a:t> en bref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812077"/>
            <a:ext cx="4250561" cy="349769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Incidents détectés tardivement</a:t>
            </a:r>
          </a:p>
          <a:p>
            <a:pPr rtl="0"/>
            <a:r>
              <a:rPr lang="fr-FR" dirty="0"/>
              <a:t>Analyse manuelle sur plusieurs outils</a:t>
            </a:r>
          </a:p>
          <a:p>
            <a:pPr rtl="0"/>
            <a:r>
              <a:rPr lang="fr-FR" dirty="0"/>
              <a:t>Cause racine difficile à identifier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1479365-3DA1-7240-C995-0A5E82CDB357}"/>
              </a:ext>
            </a:extLst>
          </p:cNvPr>
          <p:cNvSpPr txBox="1">
            <a:spLocks/>
          </p:cNvSpPr>
          <p:nvPr/>
        </p:nvSpPr>
        <p:spPr>
          <a:xfrm>
            <a:off x="7711126" y="2805893"/>
            <a:ext cx="4250561" cy="3497698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Détectés proactive avec Davis AI</a:t>
            </a:r>
          </a:p>
          <a:p>
            <a:r>
              <a:rPr lang="fr-FR" dirty="0"/>
              <a:t>Données unifiées dans une seule plateforme</a:t>
            </a:r>
          </a:p>
          <a:p>
            <a:r>
              <a:rPr lang="fr-FR" dirty="0"/>
              <a:t>Topologie et dépendances détectées automatiquement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1279C7D-E318-1708-9EC0-DE45AAA10F37}"/>
              </a:ext>
            </a:extLst>
          </p:cNvPr>
          <p:cNvSpPr txBox="1">
            <a:spLocks/>
          </p:cNvSpPr>
          <p:nvPr/>
        </p:nvSpPr>
        <p:spPr>
          <a:xfrm>
            <a:off x="3460565" y="2202726"/>
            <a:ext cx="1722607" cy="47148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1100" dirty="0"/>
              <a:t>SANS DYNATRACE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5ACC665-972F-ECD0-0F7A-6BC9AF536E96}"/>
              </a:ext>
            </a:extLst>
          </p:cNvPr>
          <p:cNvSpPr txBox="1">
            <a:spLocks/>
          </p:cNvSpPr>
          <p:nvPr/>
        </p:nvSpPr>
        <p:spPr>
          <a:xfrm>
            <a:off x="7711126" y="2150317"/>
            <a:ext cx="1722607" cy="47148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1100" dirty="0"/>
              <a:t>AVEC DYNATRACE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9C4E60-CED0-1F46-347B-DDFE260E9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124" y="5744746"/>
            <a:ext cx="2811561" cy="1405781"/>
          </a:xfrm>
          <a:prstGeom prst="rect">
            <a:avLst/>
          </a:prstGeom>
        </p:spPr>
      </p:pic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6C6B4CB1-DA6E-F8A2-1432-CE6B6DE236B3}"/>
              </a:ext>
            </a:extLst>
          </p:cNvPr>
          <p:cNvSpPr/>
          <p:nvPr/>
        </p:nvSpPr>
        <p:spPr>
          <a:xfrm>
            <a:off x="1891997" y="3939500"/>
            <a:ext cx="1338255" cy="1230483"/>
          </a:xfrm>
          <a:prstGeom prst="flowChartConnector">
            <a:avLst/>
          </a:prstGeom>
          <a:solidFill>
            <a:srgbClr val="C8D643"/>
          </a:solidFill>
          <a:ln>
            <a:solidFill>
              <a:srgbClr val="C8D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DAA94-6068-0927-0433-DD38DE82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4B1F7-14DA-BE6E-332B-608E313E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2931736"/>
            <a:ext cx="7032198" cy="64575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4 </a:t>
            </a:r>
            <a:r>
              <a:rPr lang="fr-FR" dirty="0" err="1"/>
              <a:t>TYPEs</a:t>
            </a:r>
            <a:r>
              <a:rPr lang="fr-FR" dirty="0"/>
              <a:t> DE DONNÉES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EE536B-C58D-47DE-B793-B165AF771B7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619664" cy="2233233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Métriques : CPU, mémoire, latence, débit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Logs : événements, erreurs, </a:t>
            </a:r>
            <a:r>
              <a:rPr lang="fr-FR" sz="2000" dirty="0" err="1"/>
              <a:t>debug</a:t>
            </a: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Traces : parcours bout-en-bout d'une requête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Topologie : carte des relations entre services et hôtes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31C41C-3F90-476F-1095-6B687718A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3" name="Organigramme : Connecteur 2">
            <a:extLst>
              <a:ext uri="{FF2B5EF4-FFF2-40B4-BE49-F238E27FC236}">
                <a16:creationId xmlns:a16="http://schemas.microsoft.com/office/drawing/2014/main" id="{394C8EA1-E13D-8033-8FEF-F1DEA238C80A}"/>
              </a:ext>
            </a:extLst>
          </p:cNvPr>
          <p:cNvSpPr/>
          <p:nvPr/>
        </p:nvSpPr>
        <p:spPr>
          <a:xfrm>
            <a:off x="11154912" y="637496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048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8C57-2713-764F-0497-A5753AFF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7E77A8-A9E3-A2BA-7A59-99FFCA4D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2922309"/>
            <a:ext cx="5966969" cy="655182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EXERCICE MODULE 1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02A6AE-A4D7-AE34-36C6-5E3D0571AA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619664" cy="2233233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Se connecter au tenant </a:t>
            </a:r>
            <a:r>
              <a:rPr lang="fr-FR" sz="2000" dirty="0" err="1"/>
              <a:t>Dynatrace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Identifier les 4 zones principales du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Ouvrir un host et noter 1 métrique visible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Debrief collectif: ce qui est clair / flou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E200B2-F091-6E5E-9310-DACBC139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3" name="Organigramme : Connecteur 2">
            <a:extLst>
              <a:ext uri="{FF2B5EF4-FFF2-40B4-BE49-F238E27FC236}">
                <a16:creationId xmlns:a16="http://schemas.microsoft.com/office/drawing/2014/main" id="{4D906448-79E9-A990-97FF-752EA6BBB1DD}"/>
              </a:ext>
            </a:extLst>
          </p:cNvPr>
          <p:cNvSpPr/>
          <p:nvPr/>
        </p:nvSpPr>
        <p:spPr>
          <a:xfrm>
            <a:off x="11154912" y="637496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4769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C15E9-223F-697D-3A3B-0AF637F9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rganigramme : Connecteur 15">
            <a:extLst>
              <a:ext uri="{FF2B5EF4-FFF2-40B4-BE49-F238E27FC236}">
                <a16:creationId xmlns:a16="http://schemas.microsoft.com/office/drawing/2014/main" id="{89731042-4E77-050D-33AE-68E72552AF6D}"/>
              </a:ext>
            </a:extLst>
          </p:cNvPr>
          <p:cNvSpPr/>
          <p:nvPr/>
        </p:nvSpPr>
        <p:spPr>
          <a:xfrm>
            <a:off x="9653916" y="3116666"/>
            <a:ext cx="373669" cy="312334"/>
          </a:xfrm>
          <a:prstGeom prst="flowChartConnector">
            <a:avLst/>
          </a:prstGeom>
          <a:solidFill>
            <a:srgbClr val="1F2C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C995A1-FF9F-EBD0-BB0A-162388347112}"/>
              </a:ext>
            </a:extLst>
          </p:cNvPr>
          <p:cNvSpPr txBox="1">
            <a:spLocks/>
          </p:cNvSpPr>
          <p:nvPr/>
        </p:nvSpPr>
        <p:spPr>
          <a:xfrm>
            <a:off x="3545089" y="2355831"/>
            <a:ext cx="5589386" cy="1556293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Se repérer rapidement dans </a:t>
            </a:r>
            <a:r>
              <a:rPr lang="fr-FR" sz="1800" dirty="0" err="1"/>
              <a:t>Dynatrace</a:t>
            </a:r>
            <a:endParaRPr lang="fr-FR" sz="1800" dirty="0"/>
          </a:p>
          <a:p>
            <a:r>
              <a:rPr lang="fr-FR" sz="1800" dirty="0"/>
              <a:t>Lire la santé d'un host, d'un service et d'un incident</a:t>
            </a:r>
          </a:p>
          <a:p>
            <a:r>
              <a:rPr lang="fr-FR" sz="1800" dirty="0"/>
              <a:t>Comprendre l'impact via </a:t>
            </a:r>
            <a:r>
              <a:rPr lang="fr-FR" sz="1800" dirty="0" err="1"/>
              <a:t>Smartscape</a:t>
            </a:r>
            <a:r>
              <a:rPr lang="fr-FR" sz="1800" dirty="0"/>
              <a:t> et Service flow</a:t>
            </a:r>
          </a:p>
          <a:p>
            <a:r>
              <a:rPr lang="fr-FR" sz="1800" dirty="0"/>
              <a:t>Se connecter / instrumenter avec </a:t>
            </a:r>
            <a:r>
              <a:rPr lang="fr-FR" sz="1800" dirty="0" err="1"/>
              <a:t>Dynatrace</a:t>
            </a:r>
            <a:r>
              <a:rPr lang="fr-FR" sz="1800" dirty="0"/>
              <a:t> </a:t>
            </a:r>
            <a:r>
              <a:rPr lang="fr-FR" sz="1800" dirty="0" err="1"/>
              <a:t>OneAgent</a:t>
            </a:r>
            <a:r>
              <a:rPr lang="fr-FR" sz="1800" dirty="0"/>
              <a:t> sur VM ou container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D4A473F-8171-36AA-F61E-0933034CF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5" y="5078245"/>
            <a:ext cx="2731140" cy="1365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8074BA3-6D64-2E5A-B105-87A5384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089" y="1263191"/>
            <a:ext cx="6610054" cy="86726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Objectif MODULE 2</a:t>
            </a:r>
            <a:endParaRPr lang="fr-FR" b="0" dirty="0"/>
          </a:p>
        </p:txBody>
      </p:sp>
      <p:pic>
        <p:nvPicPr>
          <p:cNvPr id="4" name="Image 3" descr="Collaborative Brainstorming">
            <a:extLst>
              <a:ext uri="{FF2B5EF4-FFF2-40B4-BE49-F238E27FC236}">
                <a16:creationId xmlns:a16="http://schemas.microsoft.com/office/drawing/2014/main" id="{60391AFE-F95C-9D7E-A502-6524EDE6A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025" y="2587606"/>
            <a:ext cx="2712385" cy="317342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39CAC59E-C6F8-7EF4-A397-B6EFEE49997A}"/>
              </a:ext>
            </a:extLst>
          </p:cNvPr>
          <p:cNvSpPr/>
          <p:nvPr/>
        </p:nvSpPr>
        <p:spPr>
          <a:xfrm>
            <a:off x="898181" y="432536"/>
            <a:ext cx="317968" cy="36041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2816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20F6-9838-3413-0A69-8542F7A4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03E9D-00E0-531F-1926-906D604B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1057274"/>
            <a:ext cx="7758061" cy="252021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ONEAGENT COMPOSANT </a:t>
            </a:r>
            <a:br>
              <a:rPr lang="fr-FR" dirty="0"/>
            </a:br>
            <a:r>
              <a:rPr lang="fr-FR" dirty="0"/>
              <a:t>ESSENTIEL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E013E9-2ADF-4AC7-FB01-FBBB1A1FF91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619664" cy="2233233"/>
          </a:xfrm>
        </p:spPr>
        <p:txBody>
          <a:bodyPr rtlCol="0">
            <a:normAutofit fontScale="62500" lnSpcReduction="20000"/>
          </a:bodyPr>
          <a:lstStyle>
            <a:defPPr>
              <a:defRPr lang="fr-FR"/>
            </a:defPPr>
          </a:lstStyle>
          <a:p>
            <a:r>
              <a:rPr lang="fr-FR" dirty="0"/>
              <a:t>Le </a:t>
            </a:r>
            <a:r>
              <a:rPr lang="fr-FR" b="1" dirty="0" err="1"/>
              <a:t>OneAgent</a:t>
            </a:r>
            <a:r>
              <a:rPr lang="fr-FR" dirty="0"/>
              <a:t> de </a:t>
            </a:r>
            <a:r>
              <a:rPr lang="fr-FR" dirty="0" err="1"/>
              <a:t>Dynatrace</a:t>
            </a:r>
            <a:r>
              <a:rPr lang="fr-FR" dirty="0"/>
              <a:t> est un agent unique installé sur un serveur ou un conteneur, qui permet de surveiller automatiquement toute l’infrastructure et les applications.</a:t>
            </a:r>
          </a:p>
          <a:p>
            <a:r>
              <a:rPr lang="fr-FR" dirty="0"/>
              <a:t>Il fonctionne sans configuration complexe : il détecte les services, instrumente les applications et collecte en continu les métriques, traces et logs.</a:t>
            </a:r>
            <a:br>
              <a:rPr lang="fr-FR" dirty="0"/>
            </a:br>
            <a:r>
              <a:rPr lang="fr-FR" dirty="0"/>
              <a:t>Son objectif est d’offrir une </a:t>
            </a:r>
            <a:r>
              <a:rPr lang="fr-FR" b="1" dirty="0"/>
              <a:t>visibilité complète (full-stack)</a:t>
            </a:r>
            <a:r>
              <a:rPr lang="fr-FR" dirty="0"/>
              <a:t>, de l’infrastructure jusqu’à l’expérience utilisateur, avec une mise en place rapide et automatisée.</a:t>
            </a:r>
          </a:p>
          <a:p>
            <a:endParaRPr lang="fr-FR" dirty="0"/>
          </a:p>
          <a:p>
            <a:pPr lvl="1"/>
            <a:r>
              <a:rPr lang="fr-FR" dirty="0"/>
              <a:t>Installer sur hôtes, VM ou conteneurs</a:t>
            </a:r>
          </a:p>
          <a:p>
            <a:pPr lvl="1"/>
            <a:r>
              <a:rPr lang="fr-FR" dirty="0"/>
              <a:t>Récupérer automatiquement des processus, services et dépendances</a:t>
            </a:r>
          </a:p>
          <a:p>
            <a:pPr lvl="1"/>
            <a:r>
              <a:rPr lang="fr-FR" dirty="0"/>
              <a:t>Collecter métriques, traces et logs (selon la config)</a:t>
            </a:r>
            <a:r>
              <a:rPr lang="fr-FR" dirty="0">
                <a:hlinkClick r:id="rId3"/>
              </a:rPr>
              <a:t> </a:t>
            </a:r>
            <a:endParaRPr lang="fr-FR" dirty="0"/>
          </a:p>
          <a:p>
            <a:pPr lvl="1"/>
            <a:r>
              <a:rPr lang="fr-FR" dirty="0"/>
              <a:t>Améliorer la précision de l’analyse Davis AI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22B29D-7AC6-B6F8-A86E-A93263A6B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7" name="Organigramme : Connecteur 6">
            <a:extLst>
              <a:ext uri="{FF2B5EF4-FFF2-40B4-BE49-F238E27FC236}">
                <a16:creationId xmlns:a16="http://schemas.microsoft.com/office/drawing/2014/main" id="{B14E755D-D8DD-2125-91FC-FECC64072439}"/>
              </a:ext>
            </a:extLst>
          </p:cNvPr>
          <p:cNvSpPr/>
          <p:nvPr/>
        </p:nvSpPr>
        <p:spPr>
          <a:xfrm>
            <a:off x="10654967" y="389461"/>
            <a:ext cx="766322" cy="741755"/>
          </a:xfrm>
          <a:prstGeom prst="flowChartConnector">
            <a:avLst/>
          </a:prstGeom>
          <a:solidFill>
            <a:srgbClr val="D2D592"/>
          </a:solidFill>
          <a:ln>
            <a:solidFill>
              <a:srgbClr val="C8D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Organigramme : Connecteur 2">
            <a:extLst>
              <a:ext uri="{FF2B5EF4-FFF2-40B4-BE49-F238E27FC236}">
                <a16:creationId xmlns:a16="http://schemas.microsoft.com/office/drawing/2014/main" id="{AA1CF922-7BFF-991C-D86F-DF4615E36E51}"/>
              </a:ext>
            </a:extLst>
          </p:cNvPr>
          <p:cNvSpPr/>
          <p:nvPr/>
        </p:nvSpPr>
        <p:spPr>
          <a:xfrm>
            <a:off x="10090041" y="389461"/>
            <a:ext cx="903481" cy="814321"/>
          </a:xfrm>
          <a:prstGeom prst="flowChartConnector">
            <a:avLst/>
          </a:prstGeom>
          <a:solidFill>
            <a:srgbClr val="D2D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pic>
        <p:nvPicPr>
          <p:cNvPr id="6" name="Image 5" descr="OneAgent trademark">
            <a:extLst>
              <a:ext uri="{FF2B5EF4-FFF2-40B4-BE49-F238E27FC236}">
                <a16:creationId xmlns:a16="http://schemas.microsoft.com/office/drawing/2014/main" id="{3B057493-FEF8-49D7-F71F-62D489801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435" y="366481"/>
            <a:ext cx="1186227" cy="899071"/>
          </a:xfrm>
          <a:prstGeom prst="ellipse">
            <a:avLst/>
          </a:prstGeom>
          <a:solidFill>
            <a:srgbClr val="D2D592"/>
          </a:solidFill>
          <a:ln>
            <a:noFill/>
          </a:ln>
          <a:effectLst>
            <a:softEdge rad="112500"/>
          </a:effectLst>
        </p:spPr>
      </p:pic>
      <p:pic>
        <p:nvPicPr>
          <p:cNvPr id="8" name="Image 7" descr="Disaster Recovery - Sirius Office Solutions">
            <a:extLst>
              <a:ext uri="{FF2B5EF4-FFF2-40B4-BE49-F238E27FC236}">
                <a16:creationId xmlns:a16="http://schemas.microsoft.com/office/drawing/2014/main" id="{C4D6923E-07FB-B226-6BC8-8F84483B67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435" y="5808374"/>
            <a:ext cx="1346694" cy="929735"/>
          </a:xfrm>
          <a:prstGeom prst="rect">
            <a:avLst/>
          </a:prstGeom>
        </p:spPr>
      </p:pic>
      <p:pic>
        <p:nvPicPr>
          <p:cNvPr id="9" name="Image 8" descr="Disaster Recovery - Sirius Office Solutions">
            <a:extLst>
              <a:ext uri="{FF2B5EF4-FFF2-40B4-BE49-F238E27FC236}">
                <a16:creationId xmlns:a16="http://schemas.microsoft.com/office/drawing/2014/main" id="{6115967B-DB32-EF3B-9308-FE638A99F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102" y="5808374"/>
            <a:ext cx="1346694" cy="92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82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4AC13-7C84-2315-CFF7-7BE1BA9F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92EBBA-90DB-7BB6-AB90-FB9BC3D2F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1057274"/>
            <a:ext cx="7758061" cy="252021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diagnostic standard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E6EB7D-724F-2976-D99B-DA85EAC374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619664" cy="2233233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  Infrastructure – hôtes :  santé des hôtes</a:t>
            </a:r>
          </a:p>
          <a:p>
            <a:pPr lvl="1"/>
            <a:r>
              <a:rPr lang="fr-FR" sz="2000" dirty="0"/>
              <a:t>Application – Services : erreurs, latence, débit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 Service flow / </a:t>
            </a:r>
            <a:r>
              <a:rPr lang="fr-FR" sz="2000" dirty="0" err="1"/>
              <a:t>Smartscape</a:t>
            </a:r>
            <a:r>
              <a:rPr lang="fr-FR" sz="2000" dirty="0"/>
              <a:t> :  dépendances et propagation d'impact</a:t>
            </a:r>
          </a:p>
          <a:p>
            <a:pPr lvl="1"/>
            <a:r>
              <a:rPr lang="fr-FR" sz="2000" dirty="0" err="1"/>
              <a:t>Alerts</a:t>
            </a:r>
            <a:r>
              <a:rPr lang="fr-FR" sz="2000" dirty="0"/>
              <a:t> – </a:t>
            </a:r>
            <a:r>
              <a:rPr lang="fr-FR" sz="2000" dirty="0" err="1"/>
              <a:t>Problems</a:t>
            </a:r>
            <a:r>
              <a:rPr lang="fr-FR" sz="2000" dirty="0"/>
              <a:t> : root cause et timeline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B76076-7F04-B02E-79D3-CE2F84730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D063D668-59A4-3C6D-07F2-7B845A5B5151}"/>
              </a:ext>
            </a:extLst>
          </p:cNvPr>
          <p:cNvSpPr/>
          <p:nvPr/>
        </p:nvSpPr>
        <p:spPr>
          <a:xfrm>
            <a:off x="11154912" y="637496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6323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5437-51B8-04C9-9136-201AF65DB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BB059D-CE2A-2049-2713-B267EB41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201880" cy="252021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Exercice module 2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0FAC4A-6A05-A6DE-1B16-8BBB8F019F6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4769765" cy="149854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Ouvrir </a:t>
            </a:r>
            <a:r>
              <a:rPr lang="fr-FR" sz="1800" dirty="0" err="1"/>
              <a:t>Alerts</a:t>
            </a:r>
            <a:r>
              <a:rPr lang="fr-FR" sz="1800" dirty="0"/>
              <a:t> – </a:t>
            </a:r>
            <a:r>
              <a:rPr lang="fr-FR" sz="1800" dirty="0" err="1"/>
              <a:t>Problems</a:t>
            </a:r>
            <a:endParaRPr lang="fr-F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Sélectionner un incident ouvert ou résolu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Identifier les entités impactées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Lire la timeline et la root cause Davis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Valider le plan d'action de remédiation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DFC0E8-3C17-5EB5-DF0F-915D3617E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19E03283-2C15-5FDC-51DB-5EEB4823A9F2}"/>
              </a:ext>
            </a:extLst>
          </p:cNvPr>
          <p:cNvSpPr/>
          <p:nvPr/>
        </p:nvSpPr>
        <p:spPr>
          <a:xfrm>
            <a:off x="11154912" y="637496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9806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69098-CF36-53B4-CF65-A990CDE6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1796AA-C1E5-0BF4-170C-116924C59EF6}"/>
              </a:ext>
            </a:extLst>
          </p:cNvPr>
          <p:cNvSpPr txBox="1">
            <a:spLocks/>
          </p:cNvSpPr>
          <p:nvPr/>
        </p:nvSpPr>
        <p:spPr>
          <a:xfrm>
            <a:off x="3545089" y="2355831"/>
            <a:ext cx="5589386" cy="52171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Investiguer une anomalie avec les bonnes données</a:t>
            </a:r>
          </a:p>
          <a:p>
            <a:r>
              <a:rPr lang="fr-FR" sz="1800" dirty="0"/>
              <a:t>Utiliser DQL pour confirmer ou infirmer une hypothèse</a:t>
            </a:r>
          </a:p>
          <a:p>
            <a:r>
              <a:rPr lang="fr-FR" sz="1800" dirty="0"/>
              <a:t>Distinguer alerte de seuil et Problème IA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75633BD-97CA-1C97-886B-A49D3A6EC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5" y="5078245"/>
            <a:ext cx="2731140" cy="1365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357A9AE-024A-4F22-6422-0ED6AED29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089" y="1300899"/>
            <a:ext cx="6610054" cy="91440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Objectif du MODULE 3</a:t>
            </a:r>
            <a:endParaRPr lang="fr-FR" b="0" dirty="0"/>
          </a:p>
        </p:txBody>
      </p:sp>
      <p:pic>
        <p:nvPicPr>
          <p:cNvPr id="5" name="Image 4" descr="Focused Man at Desk">
            <a:extLst>
              <a:ext uri="{FF2B5EF4-FFF2-40B4-BE49-F238E27FC236}">
                <a16:creationId xmlns:a16="http://schemas.microsoft.com/office/drawing/2014/main" id="{492CFF26-49F0-3F3B-0522-8E185A79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632" y="2064470"/>
            <a:ext cx="2807535" cy="401103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Organigramme : Connecteur 6">
            <a:extLst>
              <a:ext uri="{FF2B5EF4-FFF2-40B4-BE49-F238E27FC236}">
                <a16:creationId xmlns:a16="http://schemas.microsoft.com/office/drawing/2014/main" id="{96081FE2-837D-FE3A-4450-A4E242569924}"/>
              </a:ext>
            </a:extLst>
          </p:cNvPr>
          <p:cNvSpPr/>
          <p:nvPr/>
        </p:nvSpPr>
        <p:spPr>
          <a:xfrm>
            <a:off x="1084083" y="904973"/>
            <a:ext cx="232368" cy="211987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840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6197F-E5C6-A06D-F8A1-054C3B93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231D5-13C9-019E-2339-38547E5D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201880" cy="252021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Logs et </a:t>
            </a:r>
            <a:r>
              <a:rPr lang="fr-FR" dirty="0" err="1"/>
              <a:t>dql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FCE1EF-E63B-A82B-0715-8999CD59F32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6259200" cy="149854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800" dirty="0"/>
              <a:t>Filtrer rapidement les erreurs : </a:t>
            </a:r>
            <a:r>
              <a:rPr lang="fr-FR" sz="1800" dirty="0" err="1"/>
              <a:t>loglevel</a:t>
            </a:r>
            <a:r>
              <a:rPr lang="fr-FR" sz="1800" dirty="0"/>
              <a:t> == "ERROR"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800" dirty="0"/>
              <a:t>Identifier les services les plus bruyants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800" dirty="0"/>
              <a:t>Visualiser l'évolution des erreurs dans le temps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800" dirty="0"/>
              <a:t>Passer du constat à l'action en quelques requêtes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5A3E39-D7B0-2FE5-FA49-438396A01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471671B8-E406-FF9B-5C39-B09A9C7ADCE3}"/>
              </a:ext>
            </a:extLst>
          </p:cNvPr>
          <p:cNvSpPr/>
          <p:nvPr/>
        </p:nvSpPr>
        <p:spPr>
          <a:xfrm>
            <a:off x="11154912" y="637496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3323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677A-1D84-9FCE-B922-E05C1D21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FF7315-78CA-4F47-CCA9-552A63FD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201880" cy="252021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5 </a:t>
            </a:r>
            <a:r>
              <a:rPr lang="fr-FR" dirty="0" err="1"/>
              <a:t>requetes</a:t>
            </a:r>
            <a:r>
              <a:rPr lang="fr-FR" dirty="0"/>
              <a:t> </a:t>
            </a:r>
            <a:r>
              <a:rPr lang="fr-FR" dirty="0" err="1"/>
              <a:t>dql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126211-7485-438D-4226-33F1532DC47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6259200" cy="149854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Compter les erreurs globales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Lister les dernières erreurs avec contexte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Classer les erreurs par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Tracer les erreurs par tranche de 5 minutes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/>
              <a:t>Filtrer dynamiquement avec une variable $service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8B4DB6-2B74-3B56-ECE0-E123384C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5C0F4653-E9D2-6190-D6E6-180C095B94A4}"/>
              </a:ext>
            </a:extLst>
          </p:cNvPr>
          <p:cNvSpPr/>
          <p:nvPr/>
        </p:nvSpPr>
        <p:spPr>
          <a:xfrm>
            <a:off x="11154912" y="637496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5493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763C0-E23D-B67A-7FB0-1A683EB1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383C8C-589D-D828-9A07-D188DDD79B34}"/>
              </a:ext>
            </a:extLst>
          </p:cNvPr>
          <p:cNvSpPr txBox="1">
            <a:spLocks/>
          </p:cNvSpPr>
          <p:nvPr/>
        </p:nvSpPr>
        <p:spPr>
          <a:xfrm>
            <a:off x="3545089" y="2355831"/>
            <a:ext cx="5589386" cy="1556293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Créer un </a:t>
            </a:r>
            <a:r>
              <a:rPr lang="fr-FR" sz="1800" dirty="0" err="1"/>
              <a:t>dashboard</a:t>
            </a:r>
            <a:r>
              <a:rPr lang="fr-FR" sz="1800" dirty="0"/>
              <a:t> lisible pour l'exploitation</a:t>
            </a:r>
          </a:p>
          <a:p>
            <a:r>
              <a:rPr lang="fr-FR" sz="1800" dirty="0"/>
              <a:t>Montrer l'état, la tendance et les priorités</a:t>
            </a:r>
          </a:p>
          <a:p>
            <a:r>
              <a:rPr lang="fr-FR" sz="1800" dirty="0"/>
              <a:t>Rendre le </a:t>
            </a:r>
            <a:r>
              <a:rPr lang="fr-FR" sz="2000" dirty="0" err="1"/>
              <a:t>dashboard</a:t>
            </a:r>
            <a:r>
              <a:rPr lang="fr-FR" sz="1800" dirty="0"/>
              <a:t> dynamique avec des variables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DD0A596-52CE-0B54-D22A-5BE0F938F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5" y="5078245"/>
            <a:ext cx="2731140" cy="1365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F2EAEAA-1C47-A9E1-3B5F-F5F89D32B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089" y="1263191"/>
            <a:ext cx="6610054" cy="86726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Objectif MODULE 4</a:t>
            </a:r>
            <a:endParaRPr lang="fr-FR" b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E575EE9-A074-182E-67FA-922C18B70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604" y="2550785"/>
            <a:ext cx="2541077" cy="33315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Organigramme : Connecteur 6">
            <a:extLst>
              <a:ext uri="{FF2B5EF4-FFF2-40B4-BE49-F238E27FC236}">
                <a16:creationId xmlns:a16="http://schemas.microsoft.com/office/drawing/2014/main" id="{EF1B7DF1-2D11-3161-84E0-120F0CF450FC}"/>
              </a:ext>
            </a:extLst>
          </p:cNvPr>
          <p:cNvSpPr/>
          <p:nvPr/>
        </p:nvSpPr>
        <p:spPr>
          <a:xfrm>
            <a:off x="898181" y="432536"/>
            <a:ext cx="317968" cy="36041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2662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5B371-FFCA-A1E9-74F9-73F16857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0BAC4E-CCAA-D1D6-03ED-FE58F317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201880" cy="252021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Construction du </a:t>
            </a:r>
            <a:r>
              <a:rPr lang="fr-FR" dirty="0" err="1"/>
              <a:t>dashboard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6FEEDA-DD28-0867-02E0-EB993096800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6259200" cy="149854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Assembler 3 tuiles : KPI, courbe, top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Ajouter la variable service et tester le filtrage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Vérifier lisibilité et </a:t>
            </a:r>
            <a:r>
              <a:rPr lang="fr-FR" sz="1800" dirty="0" err="1"/>
              <a:t>actionnabilité</a:t>
            </a:r>
            <a:r>
              <a:rPr lang="fr-FR" sz="1800" dirty="0"/>
              <a:t> du </a:t>
            </a:r>
            <a:r>
              <a:rPr lang="fr-FR" sz="1800" dirty="0" err="1"/>
              <a:t>dashboard</a:t>
            </a:r>
            <a:endParaRPr lang="fr-F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Partager le lien à l'équipe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BAA341-C83C-B47B-DB8C-C1A68C211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60CB279A-A97E-3DF7-EB78-3E47AC72954D}"/>
              </a:ext>
            </a:extLst>
          </p:cNvPr>
          <p:cNvSpPr/>
          <p:nvPr/>
        </p:nvSpPr>
        <p:spPr>
          <a:xfrm>
            <a:off x="11154912" y="637496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5673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17D9-B9A3-C43A-0DB8-15AB4325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CDF2C-459F-5FAF-95B9-2B74E411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201880" cy="252021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Exercice module 4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0E0FDC-06D0-9B85-BE61-AD419662233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6259200" cy="149854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Assembler 3 tuiles : KPI, courbe, top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Ajouter la variable service et tester le filtrage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Vérifier lisibilité et </a:t>
            </a:r>
            <a:r>
              <a:rPr lang="fr-FR" sz="1800" dirty="0" err="1"/>
              <a:t>actionnabilité</a:t>
            </a:r>
            <a:r>
              <a:rPr lang="fr-FR" sz="1800" dirty="0"/>
              <a:t> du </a:t>
            </a:r>
            <a:r>
              <a:rPr lang="fr-FR" sz="1800" dirty="0" err="1"/>
              <a:t>dashboard</a:t>
            </a:r>
            <a:endParaRPr lang="fr-F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Partager le lien à l'équipe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C8BCB7-8632-3704-4082-019EA45F8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5" y="5698788"/>
            <a:ext cx="2811561" cy="1405781"/>
          </a:xfrm>
          <a:prstGeom prst="rect">
            <a:avLst/>
          </a:prstGeom>
        </p:spPr>
      </p:pic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1855F0E1-A210-37E0-07F4-5AF746F1BC38}"/>
              </a:ext>
            </a:extLst>
          </p:cNvPr>
          <p:cNvSpPr/>
          <p:nvPr/>
        </p:nvSpPr>
        <p:spPr>
          <a:xfrm>
            <a:off x="11154912" y="637496"/>
            <a:ext cx="308082" cy="30518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32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3D32-4320-E0B4-1978-8CB9379C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4F0E7614-06CF-5117-2C12-51D5AE795A19}"/>
              </a:ext>
            </a:extLst>
          </p:cNvPr>
          <p:cNvSpPr/>
          <p:nvPr/>
        </p:nvSpPr>
        <p:spPr>
          <a:xfrm>
            <a:off x="898181" y="432536"/>
            <a:ext cx="317968" cy="36041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6DD55A-7E76-B482-8CBA-94A9BCDC7352}"/>
              </a:ext>
            </a:extLst>
          </p:cNvPr>
          <p:cNvSpPr txBox="1">
            <a:spLocks/>
          </p:cNvSpPr>
          <p:nvPr/>
        </p:nvSpPr>
        <p:spPr>
          <a:xfrm>
            <a:off x="3545089" y="2516087"/>
            <a:ext cx="5589386" cy="52171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/>
              <a:t>Valider les acquis opérationnels</a:t>
            </a:r>
          </a:p>
          <a:p>
            <a:r>
              <a:rPr lang="fr-FR" sz="1600" dirty="0"/>
              <a:t>Fixer une feuille de route post-formation</a:t>
            </a:r>
          </a:p>
          <a:p>
            <a:r>
              <a:rPr lang="fr-FR" sz="1600" dirty="0"/>
              <a:t>Ancrer les bonnes pratiques d'usage </a:t>
            </a:r>
            <a:r>
              <a:rPr lang="fr-FR" sz="1600" dirty="0" err="1"/>
              <a:t>Dynatrace</a:t>
            </a:r>
            <a:endParaRPr lang="fr-FR" sz="16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86761C0-D8E4-4527-8C6E-939C63621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5" y="5078245"/>
            <a:ext cx="2731140" cy="1365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57421A7-DD44-BCA8-7502-07E34C14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089" y="1395167"/>
            <a:ext cx="6610054" cy="91440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Objectif MODULE 5</a:t>
            </a:r>
            <a:endParaRPr lang="fr-FR" b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A97BDCA-2EE7-CEA6-3C0A-D53B11FDB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297" y="1791449"/>
            <a:ext cx="2840058" cy="40574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11052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96776"/>
            <a:ext cx="10511627" cy="101278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Atelier </a:t>
            </a:r>
            <a:r>
              <a:rPr lang="fr-FR" dirty="0" err="1"/>
              <a:t>kubernetes</a:t>
            </a:r>
            <a:r>
              <a:rPr lang="fr-FR" dirty="0"/>
              <a:t> + </a:t>
            </a:r>
            <a:r>
              <a:rPr lang="fr-FR" dirty="0" err="1"/>
              <a:t>dynatrace</a:t>
            </a:r>
            <a:endParaRPr lang="fr-FR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914BE88F-343E-5473-E0EB-8695FF312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292393"/>
              </p:ext>
            </p:extLst>
          </p:nvPr>
        </p:nvGraphicFramePr>
        <p:xfrm>
          <a:off x="1370026" y="1730311"/>
          <a:ext cx="9763029" cy="3977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94297">
                  <a:extLst>
                    <a:ext uri="{9D8B030D-6E8A-4147-A177-3AD203B41FA5}">
                      <a16:colId xmlns:a16="http://schemas.microsoft.com/office/drawing/2014/main" val="1552402090"/>
                    </a:ext>
                  </a:extLst>
                </a:gridCol>
                <a:gridCol w="7368732">
                  <a:extLst>
                    <a:ext uri="{9D8B030D-6E8A-4147-A177-3AD203B41FA5}">
                      <a16:colId xmlns:a16="http://schemas.microsoft.com/office/drawing/2014/main" val="4097770220"/>
                    </a:ext>
                  </a:extLst>
                </a:gridCol>
              </a:tblGrid>
              <a:tr h="272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Étape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323163"/>
                  </a:ext>
                </a:extLst>
              </a:tr>
              <a:tr h="68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chemeClr val="accent6"/>
                          </a:solidFill>
                        </a:rPr>
                        <a:t>Prérequis</a:t>
                      </a:r>
                      <a:endParaRPr lang="fr-FR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Cluster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Kubernetes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opérationnel +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Dynatrace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Operator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installé pour gérer automatiquement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OneAgent</a:t>
                      </a:r>
                      <a:endParaRPr lang="fr-FR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952635"/>
                  </a:ext>
                </a:extLst>
              </a:tr>
              <a:tr h="68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chemeClr val="accent6"/>
                          </a:solidFill>
                        </a:rPr>
                        <a:t>Déploiement</a:t>
                      </a:r>
                      <a:endParaRPr lang="fr-FR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Création des ressources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Kubernetes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: </a:t>
                      </a:r>
                      <a:r>
                        <a:rPr lang="fr-FR" i="1" dirty="0" err="1">
                          <a:solidFill>
                            <a:schemeClr val="accent6"/>
                          </a:solidFill>
                        </a:rPr>
                        <a:t>namespace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, </a:t>
                      </a:r>
                      <a:r>
                        <a:rPr lang="fr-FR" i="1" dirty="0" err="1">
                          <a:solidFill>
                            <a:schemeClr val="accent6"/>
                          </a:solidFill>
                        </a:rPr>
                        <a:t>deployment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, </a:t>
                      </a:r>
                      <a:r>
                        <a:rPr lang="fr-FR" i="1" dirty="0">
                          <a:solidFill>
                            <a:schemeClr val="accent6"/>
                          </a:solidFill>
                        </a:rPr>
                        <a:t>service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et </a:t>
                      </a:r>
                      <a:r>
                        <a:rPr lang="fr-FR" i="1" dirty="0" err="1">
                          <a:solidFill>
                            <a:schemeClr val="accent6"/>
                          </a:solidFill>
                        </a:rPr>
                        <a:t>ingress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pour exposer l’application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480661"/>
                  </a:ext>
                </a:extLst>
              </a:tr>
              <a:tr h="885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chemeClr val="accent6"/>
                          </a:solidFill>
                        </a:rPr>
                        <a:t>Injection </a:t>
                      </a:r>
                      <a:r>
                        <a:rPr lang="fr-FR" b="1" dirty="0" err="1">
                          <a:solidFill>
                            <a:schemeClr val="accent6"/>
                          </a:solidFill>
                        </a:rPr>
                        <a:t>OneAgent</a:t>
                      </a:r>
                      <a:endParaRPr lang="fr-FR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Activation de l’instrumentation via annotations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Kubernetes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permettant l’injection automatique de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OneAgent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dans les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pods</a:t>
                      </a:r>
                      <a:endParaRPr lang="fr-FR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920062"/>
                  </a:ext>
                </a:extLst>
              </a:tr>
              <a:tr h="68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chemeClr val="accent6"/>
                          </a:solidFill>
                        </a:rPr>
                        <a:t>Vérification</a:t>
                      </a:r>
                      <a:endParaRPr lang="fr-FR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Contrôle des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pods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(statut, injection OK) et validation de la remontée des données dans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Dynatrace</a:t>
                      </a:r>
                      <a:endParaRPr lang="fr-FR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29088"/>
                  </a:ext>
                </a:extLst>
              </a:tr>
              <a:tr h="68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chemeClr val="accent6"/>
                          </a:solidFill>
                        </a:rPr>
                        <a:t>Test d’accès</a:t>
                      </a:r>
                      <a:endParaRPr lang="fr-FR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Accès à l’application via NGINX 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</a:rPr>
                        <a:t>Ingress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 (ex : 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</a:rPr>
                        <a:t>web-</a:t>
                      </a:r>
                      <a:r>
                        <a:rPr lang="fr-FR" dirty="0" err="1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</a:rPr>
                        <a:t>demo.local</a:t>
                      </a: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) pour valider le bon fonctionnement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806277"/>
                  </a:ext>
                </a:extLst>
              </a:tr>
            </a:tbl>
          </a:graphicData>
        </a:graphic>
      </p:graphicFrame>
      <p:pic>
        <p:nvPicPr>
          <p:cNvPr id="15" name="Image 14">
            <a:extLst>
              <a:ext uri="{FF2B5EF4-FFF2-40B4-BE49-F238E27FC236}">
                <a16:creationId xmlns:a16="http://schemas.microsoft.com/office/drawing/2014/main" id="{472D4612-CDCD-0880-5E79-EE279704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58" y="5758775"/>
            <a:ext cx="2198450" cy="109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B3E26-AE84-591F-674F-3CF93C80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7C45FED5-E875-7A91-4E3E-B2821810ADC3}"/>
              </a:ext>
            </a:extLst>
          </p:cNvPr>
          <p:cNvSpPr/>
          <p:nvPr/>
        </p:nvSpPr>
        <p:spPr>
          <a:xfrm>
            <a:off x="898181" y="432536"/>
            <a:ext cx="317968" cy="36041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495B09B-B037-A221-FE04-E585CC050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5" y="5078245"/>
            <a:ext cx="2731140" cy="1365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FB493D1-8DEA-644D-781F-1F66F297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089" y="932003"/>
            <a:ext cx="6711274" cy="1151321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Commandes </a:t>
            </a:r>
            <a:r>
              <a:rPr lang="fr-FR" dirty="0" err="1"/>
              <a:t>kubernetes</a:t>
            </a:r>
            <a:endParaRPr lang="fr-FR" b="0" dirty="0"/>
          </a:p>
        </p:txBody>
      </p:sp>
      <p:sp>
        <p:nvSpPr>
          <p:cNvPr id="4" name="Espace réservé du contenu 7">
            <a:extLst>
              <a:ext uri="{FF2B5EF4-FFF2-40B4-BE49-F238E27FC236}">
                <a16:creationId xmlns:a16="http://schemas.microsoft.com/office/drawing/2014/main" id="{3EE55842-D015-1CBD-E75B-009A9B5C3178}"/>
              </a:ext>
            </a:extLst>
          </p:cNvPr>
          <p:cNvSpPr txBox="1">
            <a:spLocks/>
          </p:cNvSpPr>
          <p:nvPr/>
        </p:nvSpPr>
        <p:spPr>
          <a:xfrm>
            <a:off x="3611334" y="2388304"/>
            <a:ext cx="6042582" cy="1919745"/>
          </a:xfrm>
          <a:prstGeom prst="rect">
            <a:avLst/>
          </a:prstGeom>
        </p:spPr>
        <p:txBody>
          <a:bodyPr rtlCol="0">
            <a:normAutofit/>
          </a:bodyPr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err="1"/>
              <a:t>kubectl</a:t>
            </a:r>
            <a:r>
              <a:rPr lang="fr-FR" sz="1800" dirty="0"/>
              <a:t> </a:t>
            </a:r>
            <a:r>
              <a:rPr lang="fr-FR" sz="1800" dirty="0" err="1"/>
              <a:t>apply</a:t>
            </a:r>
            <a:r>
              <a:rPr lang="fr-FR" sz="1800" dirty="0"/>
              <a:t> -f k8s/</a:t>
            </a:r>
            <a:r>
              <a:rPr lang="fr-FR" sz="1800" dirty="0" err="1"/>
              <a:t>namespace.yaml</a:t>
            </a:r>
            <a:endParaRPr lang="fr-FR" sz="1800" dirty="0"/>
          </a:p>
          <a:p>
            <a:r>
              <a:rPr lang="fr-FR" sz="1800" dirty="0" err="1"/>
              <a:t>kubectl</a:t>
            </a:r>
            <a:r>
              <a:rPr lang="fr-FR" sz="1800" dirty="0"/>
              <a:t> </a:t>
            </a:r>
            <a:r>
              <a:rPr lang="fr-FR" sz="1800" dirty="0" err="1"/>
              <a:t>apply</a:t>
            </a:r>
            <a:r>
              <a:rPr lang="fr-FR" sz="1800" dirty="0"/>
              <a:t> -f k8s/</a:t>
            </a:r>
            <a:r>
              <a:rPr lang="fr-FR" sz="1800" dirty="0" err="1"/>
              <a:t>deployment.yaml</a:t>
            </a:r>
            <a:endParaRPr lang="fr-FR" sz="1800" dirty="0"/>
          </a:p>
          <a:p>
            <a:r>
              <a:rPr lang="fr-FR" sz="1800" dirty="0" err="1"/>
              <a:t>kubectl</a:t>
            </a:r>
            <a:r>
              <a:rPr lang="fr-FR" sz="1800" dirty="0"/>
              <a:t> </a:t>
            </a:r>
            <a:r>
              <a:rPr lang="fr-FR" sz="1800" dirty="0" err="1"/>
              <a:t>apply</a:t>
            </a:r>
            <a:r>
              <a:rPr lang="fr-FR" sz="1800" dirty="0"/>
              <a:t> -f k8s/</a:t>
            </a:r>
            <a:r>
              <a:rPr lang="fr-FR" sz="1800" dirty="0" err="1"/>
              <a:t>service.yaml</a:t>
            </a:r>
            <a:endParaRPr lang="fr-FR" sz="1800" dirty="0"/>
          </a:p>
          <a:p>
            <a:r>
              <a:rPr lang="fr-FR" sz="1800" dirty="0" err="1"/>
              <a:t>kubectl</a:t>
            </a:r>
            <a:r>
              <a:rPr lang="fr-FR" sz="1800" dirty="0"/>
              <a:t> </a:t>
            </a:r>
            <a:r>
              <a:rPr lang="fr-FR" sz="1800" dirty="0" err="1"/>
              <a:t>apply</a:t>
            </a:r>
            <a:r>
              <a:rPr lang="fr-FR" sz="1800" dirty="0"/>
              <a:t> -f k8s/</a:t>
            </a:r>
            <a:r>
              <a:rPr lang="fr-FR" sz="1800" dirty="0" err="1"/>
              <a:t>ingress.yaml</a:t>
            </a:r>
            <a:endParaRPr lang="fr-FR" sz="1800" dirty="0"/>
          </a:p>
          <a:p>
            <a:r>
              <a:rPr lang="fr-FR" sz="1800" dirty="0" err="1"/>
              <a:t>kubectl</a:t>
            </a:r>
            <a:r>
              <a:rPr lang="fr-FR" sz="1800" dirty="0"/>
              <a:t> </a:t>
            </a:r>
            <a:r>
              <a:rPr lang="fr-FR" sz="1800" dirty="0" err="1"/>
              <a:t>get</a:t>
            </a:r>
            <a:r>
              <a:rPr lang="fr-FR" sz="1800" dirty="0"/>
              <a:t> </a:t>
            </a:r>
            <a:r>
              <a:rPr lang="fr-FR" sz="1800" dirty="0" err="1"/>
              <a:t>pods,svc,ingress</a:t>
            </a:r>
            <a:r>
              <a:rPr lang="fr-FR" sz="1800" dirty="0"/>
              <a:t> -n </a:t>
            </a:r>
            <a:r>
              <a:rPr lang="fr-FR" sz="1800" dirty="0" err="1"/>
              <a:t>dynatrace-demo</a:t>
            </a:r>
            <a:endParaRPr lang="fr-FR" sz="1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ECB959-F0D5-53A5-BF2E-911209DB4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007" y="1727369"/>
            <a:ext cx="3472711" cy="39057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2303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81A3C-06AD-7FDE-0ED4-0C96E4A1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E4582525-8CD0-4456-E7D7-41A4CBF63EEE}"/>
              </a:ext>
            </a:extLst>
          </p:cNvPr>
          <p:cNvSpPr/>
          <p:nvPr/>
        </p:nvSpPr>
        <p:spPr>
          <a:xfrm>
            <a:off x="898181" y="432536"/>
            <a:ext cx="317968" cy="360414"/>
          </a:xfrm>
          <a:prstGeom prst="flowChartConnector">
            <a:avLst/>
          </a:prstGeom>
          <a:solidFill>
            <a:srgbClr val="D2D5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99491D1-CCAB-AFEF-2F47-C6B9CA4B7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5" y="5078245"/>
            <a:ext cx="2731140" cy="1365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7B73A45-EFF5-2051-C5C3-0B93638D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58" y="1385739"/>
            <a:ext cx="6610054" cy="788531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Bonnes </a:t>
            </a:r>
            <a:r>
              <a:rPr lang="fr-FR" dirty="0" err="1"/>
              <a:t>paratiques</a:t>
            </a:r>
            <a:endParaRPr lang="fr-FR" b="0" dirty="0"/>
          </a:p>
        </p:txBody>
      </p:sp>
      <p:sp>
        <p:nvSpPr>
          <p:cNvPr id="4" name="Espace réservé du contenu 7">
            <a:extLst>
              <a:ext uri="{FF2B5EF4-FFF2-40B4-BE49-F238E27FC236}">
                <a16:creationId xmlns:a16="http://schemas.microsoft.com/office/drawing/2014/main" id="{A7561DD6-289B-8C4C-E28E-BEAC5F53D208}"/>
              </a:ext>
            </a:extLst>
          </p:cNvPr>
          <p:cNvSpPr txBox="1">
            <a:spLocks/>
          </p:cNvSpPr>
          <p:nvPr/>
        </p:nvSpPr>
        <p:spPr>
          <a:xfrm>
            <a:off x="3611334" y="2388304"/>
            <a:ext cx="5174447" cy="1919745"/>
          </a:xfrm>
          <a:prstGeom prst="rect">
            <a:avLst/>
          </a:prstGeom>
        </p:spPr>
        <p:txBody>
          <a:bodyPr rtlCol="0">
            <a:normAutofit fontScale="85000" lnSpcReduction="10000"/>
          </a:bodyPr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fr-FR" sz="1800" dirty="0"/>
              <a:t>Ne jamais versionner des binaires lourds ou des </a:t>
            </a:r>
            <a:r>
              <a:rPr lang="fr-FR" sz="1800" dirty="0" err="1"/>
              <a:t>tokens</a:t>
            </a:r>
            <a:endParaRPr lang="fr-FR" sz="1800" dirty="0"/>
          </a:p>
          <a:p>
            <a:pPr marL="285750" indent="-285750"/>
            <a:r>
              <a:rPr lang="fr-FR" sz="1800" dirty="0"/>
              <a:t>Commencer avec des seuils d'alerte larges puis affiner</a:t>
            </a:r>
          </a:p>
          <a:p>
            <a:pPr marL="285750" indent="-285750"/>
            <a:r>
              <a:rPr lang="fr-FR" sz="1800" dirty="0"/>
              <a:t>Construire des </a:t>
            </a:r>
            <a:r>
              <a:rPr lang="fr-FR" sz="1800" dirty="0" err="1"/>
              <a:t>dashboards</a:t>
            </a:r>
            <a:r>
              <a:rPr lang="fr-FR" sz="1800" dirty="0"/>
              <a:t> par usage (</a:t>
            </a:r>
            <a:r>
              <a:rPr lang="fr-FR" sz="1800" dirty="0" err="1"/>
              <a:t>ops</a:t>
            </a:r>
            <a:r>
              <a:rPr lang="fr-FR" sz="1800" dirty="0"/>
              <a:t>/dev/management)</a:t>
            </a:r>
          </a:p>
          <a:p>
            <a:pPr marL="285750" indent="-285750"/>
            <a:r>
              <a:rPr lang="fr-FR" sz="1800" dirty="0"/>
              <a:t>Documenter les requêtes DQL réutilisables</a:t>
            </a:r>
          </a:p>
          <a:p>
            <a:pPr marL="285750" indent="-285750"/>
            <a:r>
              <a:rPr lang="fr-FR" sz="1800" dirty="0"/>
              <a:t>Sécuriser les accès et privilégier le moindre privilège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9413FB-1D83-00FF-E046-1BF5F1FCF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173" y="1665223"/>
            <a:ext cx="3331246" cy="4405524"/>
          </a:xfrm>
          <a:prstGeom prst="ellipse">
            <a:avLst/>
          </a:prstGeom>
          <a:solidFill>
            <a:srgbClr val="C8D643"/>
          </a:solidFill>
          <a:ln>
            <a:solidFill>
              <a:srgbClr val="C8D643"/>
            </a:solidFill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3678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5D97C-9DDD-ECBB-6166-40863D6F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8A01841E-A970-28BC-A86A-77C9BDF164F0}"/>
              </a:ext>
            </a:extLst>
          </p:cNvPr>
          <p:cNvSpPr/>
          <p:nvPr/>
        </p:nvSpPr>
        <p:spPr>
          <a:xfrm>
            <a:off x="10765781" y="1604184"/>
            <a:ext cx="1023635" cy="905672"/>
          </a:xfrm>
          <a:prstGeom prst="flowChartConnector">
            <a:avLst/>
          </a:prstGeom>
          <a:solidFill>
            <a:srgbClr val="B9C3B8"/>
          </a:solidFill>
          <a:ln>
            <a:solidFill>
              <a:srgbClr val="B9C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D3CAEF7-2E6F-8E92-1135-435DE0792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244976"/>
            <a:ext cx="6919273" cy="71841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Bilan et quiz final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4AF0459-9E4E-710D-072F-A51F7CA26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5607946"/>
            <a:ext cx="2198450" cy="109922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6C34F6B-6C08-BE2E-97B3-CD42CAA91F5C}"/>
              </a:ext>
            </a:extLst>
          </p:cNvPr>
          <p:cNvSpPr txBox="1"/>
          <p:nvPr/>
        </p:nvSpPr>
        <p:spPr>
          <a:xfrm>
            <a:off x="914401" y="2148688"/>
            <a:ext cx="6152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6"/>
                </a:solidFill>
              </a:rPr>
              <a:t>Rôle de Davis AI dans la détection et la root cause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6"/>
                </a:solidFill>
              </a:rPr>
              <a:t>Filtrage de logs avec DQL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6"/>
                </a:solidFill>
              </a:rPr>
              <a:t>Différence </a:t>
            </a:r>
            <a:r>
              <a:rPr lang="fr-FR" dirty="0" err="1">
                <a:solidFill>
                  <a:schemeClr val="accent6"/>
                </a:solidFill>
              </a:rPr>
              <a:t>Problem</a:t>
            </a:r>
            <a:r>
              <a:rPr lang="fr-FR" dirty="0">
                <a:solidFill>
                  <a:schemeClr val="accent6"/>
                </a:solidFill>
              </a:rPr>
              <a:t> vs alerte de seuil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6"/>
                </a:solidFill>
              </a:rPr>
              <a:t>Création de variable </a:t>
            </a:r>
            <a:r>
              <a:rPr lang="fr-FR" dirty="0" err="1">
                <a:solidFill>
                  <a:schemeClr val="accent6"/>
                </a:solidFill>
              </a:rPr>
              <a:t>dashboard</a:t>
            </a:r>
            <a:r>
              <a:rPr lang="fr-FR" dirty="0">
                <a:solidFill>
                  <a:schemeClr val="accent6"/>
                </a:solidFill>
              </a:rPr>
              <a:t> et usage dans DQL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6"/>
                </a:solidFill>
              </a:rPr>
              <a:t>Plan d'amélioration continue post-formation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7E46E09-C401-A9D4-1DD8-4BD66190D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333" y="1409311"/>
            <a:ext cx="3930977" cy="462384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28782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5C130-E4E2-7937-420F-5379451A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368C273C-F213-4DA7-E0C0-A9277CFEA652}"/>
              </a:ext>
            </a:extLst>
          </p:cNvPr>
          <p:cNvSpPr/>
          <p:nvPr/>
        </p:nvSpPr>
        <p:spPr>
          <a:xfrm>
            <a:off x="1207001" y="4038950"/>
            <a:ext cx="1023635" cy="905672"/>
          </a:xfrm>
          <a:prstGeom prst="flowChartConnector">
            <a:avLst/>
          </a:prstGeom>
          <a:solidFill>
            <a:srgbClr val="B9C3B8"/>
          </a:solidFill>
          <a:ln>
            <a:solidFill>
              <a:srgbClr val="B9C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Organigramme : Connecteur 24">
            <a:extLst>
              <a:ext uri="{FF2B5EF4-FFF2-40B4-BE49-F238E27FC236}">
                <a16:creationId xmlns:a16="http://schemas.microsoft.com/office/drawing/2014/main" id="{D51DDBEC-E0CF-E2B4-DB96-65C464230877}"/>
              </a:ext>
            </a:extLst>
          </p:cNvPr>
          <p:cNvSpPr/>
          <p:nvPr/>
        </p:nvSpPr>
        <p:spPr>
          <a:xfrm>
            <a:off x="8548103" y="3113752"/>
            <a:ext cx="903481" cy="814321"/>
          </a:xfrm>
          <a:prstGeom prst="flowChartConnector">
            <a:avLst/>
          </a:prstGeom>
          <a:solidFill>
            <a:srgbClr val="C8D64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3B3FC43-85D6-B0D0-62E0-A3AE66DE2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293448"/>
            <a:ext cx="6919273" cy="71841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Ressources utiles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BD7EB74-3605-8F9C-7716-8DE6EFE8C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5607946"/>
            <a:ext cx="2198450" cy="109922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9D84F1B-4C22-B7FC-FFDA-948B467C3E43}"/>
              </a:ext>
            </a:extLst>
          </p:cNvPr>
          <p:cNvSpPr txBox="1"/>
          <p:nvPr/>
        </p:nvSpPr>
        <p:spPr>
          <a:xfrm>
            <a:off x="914400" y="2148688"/>
            <a:ext cx="75875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accent6"/>
                </a:solidFill>
              </a:rPr>
              <a:t>Dynatrace</a:t>
            </a:r>
            <a:r>
              <a:rPr lang="fr-FR" dirty="0">
                <a:solidFill>
                  <a:schemeClr val="accent6"/>
                </a:solidFill>
              </a:rPr>
              <a:t> </a:t>
            </a:r>
            <a:r>
              <a:rPr lang="fr-FR" dirty="0" err="1">
                <a:solidFill>
                  <a:schemeClr val="accent6"/>
                </a:solidFill>
              </a:rPr>
              <a:t>University</a:t>
            </a:r>
            <a:r>
              <a:rPr lang="fr-FR" dirty="0">
                <a:solidFill>
                  <a:schemeClr val="accent6"/>
                </a:solidFill>
              </a:rPr>
              <a:t> : university.dynatrace.com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6"/>
                </a:solidFill>
              </a:rPr>
              <a:t>Documentation: </a:t>
            </a:r>
            <a:r>
              <a:rPr lang="fr-FR" dirty="0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docs.dynatrace.com/docs</a:t>
            </a:r>
            <a:endParaRPr lang="fr-FR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6"/>
                </a:solidFill>
              </a:rPr>
              <a:t>Community : </a:t>
            </a:r>
            <a:r>
              <a:rPr lang="fr-FR" dirty="0">
                <a:solidFill>
                  <a:schemeClr val="accent6"/>
                </a:solidFill>
                <a:hlinkClick r:id="rId5"/>
              </a:rPr>
              <a:t>community.dynatrace.com</a:t>
            </a:r>
            <a:endParaRPr lang="fr-FR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6"/>
                </a:solidFill>
              </a:rPr>
              <a:t>Parcours recommandé : certification Associate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accent6"/>
                </a:solidFill>
              </a:rPr>
              <a:t>Github</a:t>
            </a:r>
            <a:r>
              <a:rPr lang="fr-FR" dirty="0">
                <a:solidFill>
                  <a:schemeClr val="accent6"/>
                </a:solidFill>
              </a:rPr>
              <a:t> : </a:t>
            </a:r>
            <a:r>
              <a:rPr lang="fr-FR" dirty="0">
                <a:solidFill>
                  <a:schemeClr val="accent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https://github.com/celestin211/Dynatrace_Formation</a:t>
            </a:r>
            <a:endParaRPr lang="fr-FR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53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136EDFB-07C4-FDCE-3651-CC21C286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09864">
            <a:off x="2641764" y="2434863"/>
            <a:ext cx="5180820" cy="315684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464" y="1074739"/>
            <a:ext cx="7997072" cy="690961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algn="ctr" rtl="0"/>
            <a:r>
              <a:rPr lang="fr-FR" dirty="0"/>
              <a:t>merci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7047721-FDF1-8A15-429C-76120E3FB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82" y="1614872"/>
            <a:ext cx="6159355" cy="30796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9"/>
            <a:ext cx="4040626" cy="170336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Célestin Bosongo</a:t>
            </a:r>
          </a:p>
          <a:p>
            <a:pPr rtl="0"/>
            <a:r>
              <a:rPr lang="fr-FR" dirty="0"/>
              <a:t>06 45 21 27 32</a:t>
            </a:r>
          </a:p>
          <a:p>
            <a:pPr rtl="0"/>
            <a:r>
              <a:rPr lang="fr-FR" dirty="0"/>
              <a:t>celestin17bosongo@gmail.com</a:t>
            </a:r>
          </a:p>
          <a:p>
            <a:pPr rtl="0"/>
            <a:r>
              <a:rPr lang="fr-FR" dirty="0">
                <a:hlinkClick r:id="rId5"/>
              </a:rPr>
              <a:t>w</a:t>
            </a:r>
            <a:r>
              <a:rPr lang="fr-FR" dirty="0">
                <a:hlinkClick r:id="rId5"/>
              </a:rPr>
              <a:t>ww.celestinbosongoservices.com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E98035C-B86B-3F7E-331A-AA9FCC6DF7CB}"/>
              </a:ext>
            </a:extLst>
          </p:cNvPr>
          <p:cNvSpPr txBox="1"/>
          <p:nvPr/>
        </p:nvSpPr>
        <p:spPr>
          <a:xfrm>
            <a:off x="8976674" y="6381867"/>
            <a:ext cx="33064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solidFill>
                  <a:schemeClr val="accent6"/>
                </a:solidFill>
                <a:hlinkClick r:id="rId6"/>
              </a:rPr>
              <a:t>https://github.com/celestin211/Dynatrace_Formation</a:t>
            </a:r>
            <a:endParaRPr lang="fr-FR" sz="105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ersonnalisé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5_TF78438558_Win32" id="{3A360CBA-99A0-49ED-B63F-2D1627BB2518}" vid="{56FFFEFC-6F1D-4078-81C7-9B5A182BBA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{17A8F01B-FDFC-4288-AB04-B00AE7AEAD85}TF8a9b5915-b8c7-461e-8cdd-693d48b5e32310e906f8_win32-220c37ecc522</Template>
  <TotalTime>762</TotalTime>
  <Words>968</Words>
  <Application>Microsoft Office PowerPoint</Application>
  <PresentationFormat>Grand écran</PresentationFormat>
  <Paragraphs>138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Arial Black</vt:lpstr>
      <vt:lpstr>Calibri</vt:lpstr>
      <vt:lpstr>Courier New</vt:lpstr>
      <vt:lpstr>Sabon Next LT</vt:lpstr>
      <vt:lpstr>Personnalisé</vt:lpstr>
      <vt:lpstr>FORMTION dynatrace</vt:lpstr>
      <vt:lpstr>PROGRAMME de la session</vt:lpstr>
      <vt:lpstr>OBJECTIFS de la session</vt:lpstr>
      <vt:lpstr>Objectif MODULE 1</vt:lpstr>
      <vt:lpstr>Dynatrace en bref</vt:lpstr>
      <vt:lpstr>LES 4 TYPEs DE DONNÉES</vt:lpstr>
      <vt:lpstr>EXERCICE MODULE 1</vt:lpstr>
      <vt:lpstr>Objectif MODULE 2</vt:lpstr>
      <vt:lpstr>ONEAGENT COMPOSANT  ESSENTIEL</vt:lpstr>
      <vt:lpstr>diagnostic standard</vt:lpstr>
      <vt:lpstr>Exercice module 2</vt:lpstr>
      <vt:lpstr>Objectif du MODULE 3</vt:lpstr>
      <vt:lpstr>Logs et dql</vt:lpstr>
      <vt:lpstr>5 requetes dql</vt:lpstr>
      <vt:lpstr>Objectif MODULE 4</vt:lpstr>
      <vt:lpstr>Construction du dashboard</vt:lpstr>
      <vt:lpstr>Exercice module 4</vt:lpstr>
      <vt:lpstr>Objectif MODULE 5</vt:lpstr>
      <vt:lpstr>Atelier kubernetes + dynatrace</vt:lpstr>
      <vt:lpstr>Commandes kubernetes</vt:lpstr>
      <vt:lpstr>Bonnes paratiques</vt:lpstr>
      <vt:lpstr>Bilan et quiz final</vt:lpstr>
      <vt:lpstr>Ressources utiles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Sonia CHOYTUN</dc:creator>
  <cp:lastModifiedBy>Sonia CHOYTUN</cp:lastModifiedBy>
  <cp:revision>1</cp:revision>
  <dcterms:created xsi:type="dcterms:W3CDTF">2026-05-03T16:51:45Z</dcterms:created>
  <dcterms:modified xsi:type="dcterms:W3CDTF">2026-05-06T00:29:32Z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